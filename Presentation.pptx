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282" r:id="rId5"/>
    <p:sldId id="257" r:id="rId6"/>
    <p:sldId id="258" r:id="rId7"/>
    <p:sldId id="259" r:id="rId8"/>
    <p:sldId id="310" r:id="rId9"/>
    <p:sldId id="311" r:id="rId10"/>
    <p:sldId id="312" r:id="rId11"/>
    <p:sldId id="313" r:id="rId12"/>
    <p:sldId id="314" r:id="rId13"/>
    <p:sldId id="304" r:id="rId14"/>
    <p:sldId id="288" r:id="rId15"/>
    <p:sldId id="299" r:id="rId16"/>
    <p:sldId id="316" r:id="rId17"/>
    <p:sldId id="268" r:id="rId18"/>
    <p:sldId id="266" r:id="rId19"/>
    <p:sldId id="307" r:id="rId20"/>
    <p:sldId id="317" r:id="rId2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B570E1-CFFA-F280-BAED-DB325FDF417B}" name="Bridges, Jessica L" initials="BL" userId="S::bridges@uta.edu::7543e851-fc57-4885-b57d-2df771cc28b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2D2"/>
    <a:srgbClr val="FC2184"/>
    <a:srgbClr val="00599B"/>
    <a:srgbClr val="80F571"/>
    <a:srgbClr val="13409F"/>
    <a:srgbClr val="CAB447"/>
    <a:srgbClr val="FFE15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80" autoAdjust="0"/>
    <p:restoredTop sz="96327"/>
  </p:normalViewPr>
  <p:slideViewPr>
    <p:cSldViewPr snapToGrid="0" snapToObjects="1">
      <p:cViewPr varScale="1">
        <p:scale>
          <a:sx n="104" d="100"/>
          <a:sy n="104" d="100"/>
        </p:scale>
        <p:origin x="682" y="72"/>
      </p:cViewPr>
      <p:guideLst/>
    </p:cSldViewPr>
  </p:slideViewPr>
  <p:outlineViewPr>
    <p:cViewPr>
      <p:scale>
        <a:sx n="33" d="100"/>
        <a:sy n="33" d="100"/>
      </p:scale>
      <p:origin x="0" y="-18704"/>
    </p:cViewPr>
  </p:outlineViewPr>
  <p:notesTextViewPr>
    <p:cViewPr>
      <p:scale>
        <a:sx n="100" d="100"/>
        <a:sy n="100" d="100"/>
      </p:scale>
      <p:origin x="0" y="0"/>
    </p:cViewPr>
  </p:notesTextViewPr>
  <p:sorterViewPr>
    <p:cViewPr>
      <p:scale>
        <a:sx n="1" d="1"/>
        <a:sy n="1" d="1"/>
      </p:scale>
      <p:origin x="0" y="0"/>
    </p:cViewPr>
  </p:sorterViewPr>
  <p:notesViewPr>
    <p:cSldViewPr snapToGrid="0" snapToObject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F0ABC6-AE81-214D-B04B-F13CE22270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2823795-EAAB-8C4B-B865-8464BECAB5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1FE638-083F-2742-8710-EF25AB6A16C1}" type="datetimeFigureOut">
              <a:rPr lang="en-US" smtClean="0"/>
              <a:t>4/14/2025</a:t>
            </a:fld>
            <a:endParaRPr lang="en-US"/>
          </a:p>
        </p:txBody>
      </p:sp>
      <p:sp>
        <p:nvSpPr>
          <p:cNvPr id="4" name="Footer Placeholder 3">
            <a:extLst>
              <a:ext uri="{FF2B5EF4-FFF2-40B4-BE49-F238E27FC236}">
                <a16:creationId xmlns:a16="http://schemas.microsoft.com/office/drawing/2014/main" id="{17BECA2D-985E-8D44-A4FB-51751C64F4A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D640B2F-FCD1-B940-AFB1-3C0582F356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670D12-813D-3D40-A841-271861A2D04A}" type="slidenum">
              <a:rPr lang="en-US" smtClean="0"/>
              <a:t>‹#›</a:t>
            </a:fld>
            <a:endParaRPr lang="en-US"/>
          </a:p>
        </p:txBody>
      </p:sp>
    </p:spTree>
    <p:extLst>
      <p:ext uri="{BB962C8B-B14F-4D97-AF65-F5344CB8AC3E}">
        <p14:creationId xmlns:p14="http://schemas.microsoft.com/office/powerpoint/2010/main" val="16471571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15A097-495F-854B-A9AD-402D045A3296}" type="datetimeFigureOut">
              <a:rPr lang="en-US" smtClean="0"/>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80C5E2-78CD-F746-9BAF-2B89BCAF7EBF}" type="slidenum">
              <a:rPr lang="en-US" smtClean="0"/>
              <a:t>‹#›</a:t>
            </a:fld>
            <a:endParaRPr lang="en-US"/>
          </a:p>
        </p:txBody>
      </p:sp>
    </p:spTree>
    <p:extLst>
      <p:ext uri="{BB962C8B-B14F-4D97-AF65-F5344CB8AC3E}">
        <p14:creationId xmlns:p14="http://schemas.microsoft.com/office/powerpoint/2010/main" val="1673962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80C5E2-78CD-F746-9BAF-2B89BCAF7EBF}" type="slidenum">
              <a:rPr lang="en-US" smtClean="0"/>
              <a:t>1</a:t>
            </a:fld>
            <a:endParaRPr lang="en-US"/>
          </a:p>
        </p:txBody>
      </p:sp>
    </p:spTree>
    <p:extLst>
      <p:ext uri="{BB962C8B-B14F-4D97-AF65-F5344CB8AC3E}">
        <p14:creationId xmlns:p14="http://schemas.microsoft.com/office/powerpoint/2010/main" val="3600943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19efded33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19efded338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g319efded338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E5CBE17F-3241-DFC0-92C3-DC6393770E84}"/>
            </a:ext>
          </a:extLst>
        </p:cNvPr>
        <p:cNvGrpSpPr/>
        <p:nvPr/>
      </p:nvGrpSpPr>
      <p:grpSpPr>
        <a:xfrm>
          <a:off x="0" y="0"/>
          <a:ext cx="0" cy="0"/>
          <a:chOff x="0" y="0"/>
          <a:chExt cx="0" cy="0"/>
        </a:xfrm>
      </p:grpSpPr>
      <p:sp>
        <p:nvSpPr>
          <p:cNvPr id="139" name="Google Shape;139;g31a25f76703_0_12:notes">
            <a:extLst>
              <a:ext uri="{FF2B5EF4-FFF2-40B4-BE49-F238E27FC236}">
                <a16:creationId xmlns:a16="http://schemas.microsoft.com/office/drawing/2014/main" id="{5505F450-6907-066C-E195-A6750608C0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1a25f76703_0_12:notes">
            <a:extLst>
              <a:ext uri="{FF2B5EF4-FFF2-40B4-BE49-F238E27FC236}">
                <a16:creationId xmlns:a16="http://schemas.microsoft.com/office/drawing/2014/main" id="{F9B3F64A-1F47-02B7-DB89-800FA849529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g31a25f76703_0_12:notes">
            <a:extLst>
              <a:ext uri="{FF2B5EF4-FFF2-40B4-BE49-F238E27FC236}">
                <a16:creationId xmlns:a16="http://schemas.microsoft.com/office/drawing/2014/main" id="{DCA8EA25-6B33-BC5B-AD5B-E647D8298565}"/>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326033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0A509679-7710-9FCC-451F-72D8FAB750D0}"/>
            </a:ext>
          </a:extLst>
        </p:cNvPr>
        <p:cNvGrpSpPr/>
        <p:nvPr/>
      </p:nvGrpSpPr>
      <p:grpSpPr>
        <a:xfrm>
          <a:off x="0" y="0"/>
          <a:ext cx="0" cy="0"/>
          <a:chOff x="0" y="0"/>
          <a:chExt cx="0" cy="0"/>
        </a:xfrm>
      </p:grpSpPr>
      <p:sp>
        <p:nvSpPr>
          <p:cNvPr id="139" name="Google Shape;139;g31a25f76703_0_12:notes">
            <a:extLst>
              <a:ext uri="{FF2B5EF4-FFF2-40B4-BE49-F238E27FC236}">
                <a16:creationId xmlns:a16="http://schemas.microsoft.com/office/drawing/2014/main" id="{DCF6CD9E-01FC-BAC7-F0B3-515BCE2380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1a25f76703_0_12:notes">
            <a:extLst>
              <a:ext uri="{FF2B5EF4-FFF2-40B4-BE49-F238E27FC236}">
                <a16:creationId xmlns:a16="http://schemas.microsoft.com/office/drawing/2014/main" id="{9C50D850-B43F-4C02-1971-479C2B7C162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g31a25f76703_0_12:notes">
            <a:extLst>
              <a:ext uri="{FF2B5EF4-FFF2-40B4-BE49-F238E27FC236}">
                <a16:creationId xmlns:a16="http://schemas.microsoft.com/office/drawing/2014/main" id="{E6C34062-0503-2048-681B-9AE446E78E5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907948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1a4a988ee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1a4a988ee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g31a4a988ee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TA 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H1 Title">
            <a:extLst>
              <a:ext uri="{FF2B5EF4-FFF2-40B4-BE49-F238E27FC236}">
                <a16:creationId xmlns:a16="http://schemas.microsoft.com/office/drawing/2014/main" id="{33034725-7AAD-B746-AE51-C7D78423B9D4}"/>
              </a:ext>
            </a:extLst>
          </p:cNvPr>
          <p:cNvSpPr>
            <a:spLocks noGrp="1"/>
          </p:cNvSpPr>
          <p:nvPr>
            <p:ph type="title" hasCustomPrompt="1"/>
          </p:nvPr>
        </p:nvSpPr>
        <p:spPr>
          <a:xfrm>
            <a:off x="611585" y="1466849"/>
            <a:ext cx="8229600" cy="857251"/>
          </a:xfrm>
          <a:noFill/>
        </p:spPr>
        <p:txBody>
          <a:bodyPr>
            <a:normAutofit/>
          </a:bodyPr>
          <a:lstStyle>
            <a:lvl1pPr algn="l">
              <a:defRPr sz="4000" b="1">
                <a:solidFill>
                  <a:schemeClr val="bg1"/>
                </a:solidFill>
              </a:defRPr>
            </a:lvl1pPr>
          </a:lstStyle>
          <a:p>
            <a:r>
              <a:rPr lang="en-US" dirty="0"/>
              <a:t>Presentation Title</a:t>
            </a:r>
          </a:p>
        </p:txBody>
      </p:sp>
      <p:sp>
        <p:nvSpPr>
          <p:cNvPr id="4" name="H2 Subtitle">
            <a:extLst>
              <a:ext uri="{FF2B5EF4-FFF2-40B4-BE49-F238E27FC236}">
                <a16:creationId xmlns:a16="http://schemas.microsoft.com/office/drawing/2014/main" id="{C330FAE0-5504-8A44-8C81-7D40C5EF2194}"/>
              </a:ext>
            </a:extLst>
          </p:cNvPr>
          <p:cNvSpPr>
            <a:spLocks noGrp="1"/>
          </p:cNvSpPr>
          <p:nvPr>
            <p:ph sz="quarter" idx="10" hasCustomPrompt="1"/>
          </p:nvPr>
        </p:nvSpPr>
        <p:spPr>
          <a:xfrm>
            <a:off x="611585" y="2151475"/>
            <a:ext cx="8229599" cy="430888"/>
          </a:xfrm>
        </p:spPr>
        <p:txBody>
          <a:bodyPr/>
          <a:lstStyle>
            <a:lvl1pPr marL="0" indent="0">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a:t>
            </a:r>
          </a:p>
        </p:txBody>
      </p:sp>
      <p:cxnSp>
        <p:nvCxnSpPr>
          <p:cNvPr id="9" name="Line">
            <a:extLst>
              <a:ext uri="{FF2B5EF4-FFF2-40B4-BE49-F238E27FC236}">
                <a16:creationId xmlns:a16="http://schemas.microsoft.com/office/drawing/2014/main" id="{F961A44D-63B2-3547-B671-D76FD4AAA4C8}"/>
              </a:ext>
              <a:ext uri="{C183D7F6-B498-43B3-948B-1728B52AA6E4}">
                <adec:decorative xmlns:adec="http://schemas.microsoft.com/office/drawing/2017/decorative" val="1"/>
              </a:ext>
            </a:extLst>
          </p:cNvPr>
          <p:cNvCxnSpPr/>
          <p:nvPr userDrawn="1"/>
        </p:nvCxnSpPr>
        <p:spPr>
          <a:xfrm>
            <a:off x="690413" y="2633032"/>
            <a:ext cx="4886964" cy="0"/>
          </a:xfrm>
          <a:prstGeom prst="line">
            <a:avLst/>
          </a:prstGeom>
          <a:ln>
            <a:solidFill>
              <a:schemeClr val="accent6">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H3">
            <a:extLst>
              <a:ext uri="{FF2B5EF4-FFF2-40B4-BE49-F238E27FC236}">
                <a16:creationId xmlns:a16="http://schemas.microsoft.com/office/drawing/2014/main" id="{F0663673-BC83-3044-9EF4-B601B50B6DDB}"/>
              </a:ext>
            </a:extLst>
          </p:cNvPr>
          <p:cNvSpPr>
            <a:spLocks noGrp="1"/>
          </p:cNvSpPr>
          <p:nvPr>
            <p:ph sz="quarter" idx="11" hasCustomPrompt="1"/>
          </p:nvPr>
        </p:nvSpPr>
        <p:spPr>
          <a:xfrm>
            <a:off x="611585" y="2741663"/>
            <a:ext cx="4114800" cy="291886"/>
          </a:xfrm>
        </p:spPr>
        <p:txBody>
          <a:bodyPr>
            <a:normAutofit/>
          </a:bodyPr>
          <a:lstStyle>
            <a:lvl1pPr marL="0" indent="0">
              <a:buNone/>
              <a:defRPr sz="18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My Name</a:t>
            </a:r>
          </a:p>
        </p:txBody>
      </p:sp>
      <p:sp>
        <p:nvSpPr>
          <p:cNvPr id="13" name="H4">
            <a:extLst>
              <a:ext uri="{FF2B5EF4-FFF2-40B4-BE49-F238E27FC236}">
                <a16:creationId xmlns:a16="http://schemas.microsoft.com/office/drawing/2014/main" id="{4EEBD0D7-6519-B842-ACAE-C6ABB0409325}"/>
              </a:ext>
            </a:extLst>
          </p:cNvPr>
          <p:cNvSpPr>
            <a:spLocks noGrp="1"/>
          </p:cNvSpPr>
          <p:nvPr>
            <p:ph sz="quarter" idx="12" hasCustomPrompt="1"/>
          </p:nvPr>
        </p:nvSpPr>
        <p:spPr>
          <a:xfrm>
            <a:off x="611585" y="3033762"/>
            <a:ext cx="2333625" cy="290997"/>
          </a:xfrm>
        </p:spPr>
        <p:txBody>
          <a:bodyPr>
            <a:normAutofit/>
          </a:bodyPr>
          <a:lstStyle>
            <a:lvl1pPr marL="0" indent="0">
              <a:buNone/>
              <a:defRPr sz="1400">
                <a:solidFill>
                  <a:schemeClr val="bg1"/>
                </a:solidFill>
              </a:defRPr>
            </a:lvl1pPr>
          </a:lstStyle>
          <a:p>
            <a:pPr lvl="0"/>
            <a:r>
              <a:rPr lang="en-US" dirty="0"/>
              <a:t>My Title</a:t>
            </a:r>
          </a:p>
        </p:txBody>
      </p:sp>
      <p:pic>
        <p:nvPicPr>
          <p:cNvPr id="5" name="Picture 4" descr="Text&#10;&#10;Description automatically generated">
            <a:extLst>
              <a:ext uri="{FF2B5EF4-FFF2-40B4-BE49-F238E27FC236}">
                <a16:creationId xmlns:a16="http://schemas.microsoft.com/office/drawing/2014/main" id="{031E7C7E-200A-F626-0A3D-92CC978B8DA3}"/>
              </a:ext>
            </a:extLst>
          </p:cNvPr>
          <p:cNvPicPr>
            <a:picLocks noChangeAspect="1"/>
          </p:cNvPicPr>
          <p:nvPr userDrawn="1"/>
        </p:nvPicPr>
        <p:blipFill>
          <a:blip r:embed="rId3"/>
          <a:stretch>
            <a:fillRect/>
          </a:stretch>
        </p:blipFill>
        <p:spPr>
          <a:xfrm>
            <a:off x="1978871" y="3562708"/>
            <a:ext cx="5226218" cy="1455771"/>
          </a:xfrm>
          <a:prstGeom prst="rect">
            <a:avLst/>
          </a:prstGeom>
        </p:spPr>
      </p:pic>
    </p:spTree>
    <p:extLst>
      <p:ext uri="{BB962C8B-B14F-4D97-AF65-F5344CB8AC3E}">
        <p14:creationId xmlns:p14="http://schemas.microsoft.com/office/powerpoint/2010/main" val="1940957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Signature 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H1 Title">
            <a:extLst>
              <a:ext uri="{FF2B5EF4-FFF2-40B4-BE49-F238E27FC236}">
                <a16:creationId xmlns:a16="http://schemas.microsoft.com/office/drawing/2014/main" id="{33034725-7AAD-B746-AE51-C7D78423B9D4}"/>
              </a:ext>
            </a:extLst>
          </p:cNvPr>
          <p:cNvSpPr>
            <a:spLocks noGrp="1"/>
          </p:cNvSpPr>
          <p:nvPr>
            <p:ph type="title" hasCustomPrompt="1"/>
          </p:nvPr>
        </p:nvSpPr>
        <p:spPr>
          <a:xfrm>
            <a:off x="611585" y="1466849"/>
            <a:ext cx="8229600" cy="857251"/>
          </a:xfrm>
          <a:noFill/>
        </p:spPr>
        <p:txBody>
          <a:bodyPr>
            <a:normAutofit/>
          </a:bodyPr>
          <a:lstStyle>
            <a:lvl1pPr algn="l">
              <a:defRPr sz="4000" b="1">
                <a:solidFill>
                  <a:schemeClr val="bg1"/>
                </a:solidFill>
              </a:defRPr>
            </a:lvl1pPr>
          </a:lstStyle>
          <a:p>
            <a:r>
              <a:rPr lang="en-US" dirty="0"/>
              <a:t>Presentation Title</a:t>
            </a:r>
          </a:p>
        </p:txBody>
      </p:sp>
      <p:sp>
        <p:nvSpPr>
          <p:cNvPr id="4" name="H2 Subtitle">
            <a:extLst>
              <a:ext uri="{FF2B5EF4-FFF2-40B4-BE49-F238E27FC236}">
                <a16:creationId xmlns:a16="http://schemas.microsoft.com/office/drawing/2014/main" id="{C330FAE0-5504-8A44-8C81-7D40C5EF2194}"/>
              </a:ext>
            </a:extLst>
          </p:cNvPr>
          <p:cNvSpPr>
            <a:spLocks noGrp="1"/>
          </p:cNvSpPr>
          <p:nvPr>
            <p:ph sz="quarter" idx="10" hasCustomPrompt="1"/>
          </p:nvPr>
        </p:nvSpPr>
        <p:spPr>
          <a:xfrm>
            <a:off x="611585" y="2151475"/>
            <a:ext cx="8229599" cy="430888"/>
          </a:xfrm>
        </p:spPr>
        <p:txBody>
          <a:bodyPr/>
          <a:lstStyle>
            <a:lvl1pPr marL="0" indent="0">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a:t>
            </a:r>
          </a:p>
        </p:txBody>
      </p:sp>
      <p:cxnSp>
        <p:nvCxnSpPr>
          <p:cNvPr id="9" name="Line">
            <a:extLst>
              <a:ext uri="{FF2B5EF4-FFF2-40B4-BE49-F238E27FC236}">
                <a16:creationId xmlns:a16="http://schemas.microsoft.com/office/drawing/2014/main" id="{F961A44D-63B2-3547-B671-D76FD4AAA4C8}"/>
              </a:ext>
              <a:ext uri="{C183D7F6-B498-43B3-948B-1728B52AA6E4}">
                <adec:decorative xmlns:adec="http://schemas.microsoft.com/office/drawing/2017/decorative" val="1"/>
              </a:ext>
            </a:extLst>
          </p:cNvPr>
          <p:cNvCxnSpPr/>
          <p:nvPr userDrawn="1"/>
        </p:nvCxnSpPr>
        <p:spPr>
          <a:xfrm>
            <a:off x="690413" y="2633032"/>
            <a:ext cx="4886964" cy="0"/>
          </a:xfrm>
          <a:prstGeom prst="line">
            <a:avLst/>
          </a:prstGeom>
          <a:ln>
            <a:solidFill>
              <a:schemeClr val="accent6">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H3">
            <a:extLst>
              <a:ext uri="{FF2B5EF4-FFF2-40B4-BE49-F238E27FC236}">
                <a16:creationId xmlns:a16="http://schemas.microsoft.com/office/drawing/2014/main" id="{F0663673-BC83-3044-9EF4-B601B50B6DDB}"/>
              </a:ext>
            </a:extLst>
          </p:cNvPr>
          <p:cNvSpPr>
            <a:spLocks noGrp="1"/>
          </p:cNvSpPr>
          <p:nvPr>
            <p:ph sz="quarter" idx="11" hasCustomPrompt="1"/>
          </p:nvPr>
        </p:nvSpPr>
        <p:spPr>
          <a:xfrm>
            <a:off x="611585" y="2741663"/>
            <a:ext cx="4114800" cy="291886"/>
          </a:xfrm>
        </p:spPr>
        <p:txBody>
          <a:bodyPr>
            <a:normAutofit/>
          </a:bodyPr>
          <a:lstStyle>
            <a:lvl1pPr marL="0" indent="0">
              <a:buNone/>
              <a:defRPr sz="18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My Name</a:t>
            </a:r>
          </a:p>
        </p:txBody>
      </p:sp>
      <p:sp>
        <p:nvSpPr>
          <p:cNvPr id="13" name="H4">
            <a:extLst>
              <a:ext uri="{FF2B5EF4-FFF2-40B4-BE49-F238E27FC236}">
                <a16:creationId xmlns:a16="http://schemas.microsoft.com/office/drawing/2014/main" id="{4EEBD0D7-6519-B842-ACAE-C6ABB0409325}"/>
              </a:ext>
            </a:extLst>
          </p:cNvPr>
          <p:cNvSpPr>
            <a:spLocks noGrp="1"/>
          </p:cNvSpPr>
          <p:nvPr>
            <p:ph sz="quarter" idx="12" hasCustomPrompt="1"/>
          </p:nvPr>
        </p:nvSpPr>
        <p:spPr>
          <a:xfrm>
            <a:off x="611585" y="3033762"/>
            <a:ext cx="2333625" cy="290997"/>
          </a:xfrm>
        </p:spPr>
        <p:txBody>
          <a:bodyPr>
            <a:normAutofit/>
          </a:bodyPr>
          <a:lstStyle>
            <a:lvl1pPr marL="0" indent="0">
              <a:buNone/>
              <a:defRPr sz="1400">
                <a:solidFill>
                  <a:schemeClr val="bg1"/>
                </a:solidFill>
              </a:defRPr>
            </a:lvl1pPr>
          </a:lstStyle>
          <a:p>
            <a:pPr lvl="0"/>
            <a:r>
              <a:rPr lang="en-US" dirty="0"/>
              <a:t>My Title</a:t>
            </a:r>
          </a:p>
        </p:txBody>
      </p:sp>
    </p:spTree>
    <p:extLst>
      <p:ext uri="{BB962C8B-B14F-4D97-AF65-F5344CB8AC3E}">
        <p14:creationId xmlns:p14="http://schemas.microsoft.com/office/powerpoint/2010/main" val="175024191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Alt Signature 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H1 Title">
            <a:extLst>
              <a:ext uri="{FF2B5EF4-FFF2-40B4-BE49-F238E27FC236}">
                <a16:creationId xmlns:a16="http://schemas.microsoft.com/office/drawing/2014/main" id="{33034725-7AAD-B746-AE51-C7D78423B9D4}"/>
              </a:ext>
            </a:extLst>
          </p:cNvPr>
          <p:cNvSpPr>
            <a:spLocks noGrp="1"/>
          </p:cNvSpPr>
          <p:nvPr>
            <p:ph type="title" hasCustomPrompt="1"/>
          </p:nvPr>
        </p:nvSpPr>
        <p:spPr>
          <a:xfrm>
            <a:off x="611585" y="1466849"/>
            <a:ext cx="8229600" cy="857251"/>
          </a:xfrm>
          <a:noFill/>
        </p:spPr>
        <p:txBody>
          <a:bodyPr>
            <a:normAutofit/>
          </a:bodyPr>
          <a:lstStyle>
            <a:lvl1pPr algn="l">
              <a:defRPr sz="4000" b="1">
                <a:solidFill>
                  <a:schemeClr val="bg1"/>
                </a:solidFill>
              </a:defRPr>
            </a:lvl1pPr>
          </a:lstStyle>
          <a:p>
            <a:r>
              <a:rPr lang="en-US" dirty="0"/>
              <a:t>Presentation Title</a:t>
            </a:r>
          </a:p>
        </p:txBody>
      </p:sp>
      <p:sp>
        <p:nvSpPr>
          <p:cNvPr id="4" name="H2 Subtitle">
            <a:extLst>
              <a:ext uri="{FF2B5EF4-FFF2-40B4-BE49-F238E27FC236}">
                <a16:creationId xmlns:a16="http://schemas.microsoft.com/office/drawing/2014/main" id="{C330FAE0-5504-8A44-8C81-7D40C5EF2194}"/>
              </a:ext>
            </a:extLst>
          </p:cNvPr>
          <p:cNvSpPr>
            <a:spLocks noGrp="1"/>
          </p:cNvSpPr>
          <p:nvPr>
            <p:ph sz="quarter" idx="10" hasCustomPrompt="1"/>
          </p:nvPr>
        </p:nvSpPr>
        <p:spPr>
          <a:xfrm>
            <a:off x="611585" y="2151475"/>
            <a:ext cx="8229599" cy="430888"/>
          </a:xfrm>
        </p:spPr>
        <p:txBody>
          <a:bodyPr/>
          <a:lstStyle>
            <a:lvl1pPr marL="0" indent="0">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a:t>
            </a:r>
          </a:p>
        </p:txBody>
      </p:sp>
      <p:cxnSp>
        <p:nvCxnSpPr>
          <p:cNvPr id="9" name="Line">
            <a:extLst>
              <a:ext uri="{FF2B5EF4-FFF2-40B4-BE49-F238E27FC236}">
                <a16:creationId xmlns:a16="http://schemas.microsoft.com/office/drawing/2014/main" id="{F961A44D-63B2-3547-B671-D76FD4AAA4C8}"/>
              </a:ext>
              <a:ext uri="{C183D7F6-B498-43B3-948B-1728B52AA6E4}">
                <adec:decorative xmlns:adec="http://schemas.microsoft.com/office/drawing/2017/decorative" val="1"/>
              </a:ext>
            </a:extLst>
          </p:cNvPr>
          <p:cNvCxnSpPr/>
          <p:nvPr userDrawn="1"/>
        </p:nvCxnSpPr>
        <p:spPr>
          <a:xfrm>
            <a:off x="690413" y="2633032"/>
            <a:ext cx="4886964" cy="0"/>
          </a:xfrm>
          <a:prstGeom prst="line">
            <a:avLst/>
          </a:prstGeom>
          <a:ln>
            <a:solidFill>
              <a:schemeClr val="accent6">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H3">
            <a:extLst>
              <a:ext uri="{FF2B5EF4-FFF2-40B4-BE49-F238E27FC236}">
                <a16:creationId xmlns:a16="http://schemas.microsoft.com/office/drawing/2014/main" id="{F0663673-BC83-3044-9EF4-B601B50B6DDB}"/>
              </a:ext>
            </a:extLst>
          </p:cNvPr>
          <p:cNvSpPr>
            <a:spLocks noGrp="1"/>
          </p:cNvSpPr>
          <p:nvPr>
            <p:ph sz="quarter" idx="11" hasCustomPrompt="1"/>
          </p:nvPr>
        </p:nvSpPr>
        <p:spPr>
          <a:xfrm>
            <a:off x="611585" y="2741663"/>
            <a:ext cx="4114800" cy="291886"/>
          </a:xfrm>
        </p:spPr>
        <p:txBody>
          <a:bodyPr>
            <a:normAutofit/>
          </a:bodyPr>
          <a:lstStyle>
            <a:lvl1pPr marL="0" indent="0">
              <a:buNone/>
              <a:defRPr sz="18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My Name</a:t>
            </a:r>
          </a:p>
        </p:txBody>
      </p:sp>
      <p:sp>
        <p:nvSpPr>
          <p:cNvPr id="13" name="H4">
            <a:extLst>
              <a:ext uri="{FF2B5EF4-FFF2-40B4-BE49-F238E27FC236}">
                <a16:creationId xmlns:a16="http://schemas.microsoft.com/office/drawing/2014/main" id="{4EEBD0D7-6519-B842-ACAE-C6ABB0409325}"/>
              </a:ext>
            </a:extLst>
          </p:cNvPr>
          <p:cNvSpPr>
            <a:spLocks noGrp="1"/>
          </p:cNvSpPr>
          <p:nvPr>
            <p:ph sz="quarter" idx="12" hasCustomPrompt="1"/>
          </p:nvPr>
        </p:nvSpPr>
        <p:spPr>
          <a:xfrm>
            <a:off x="611585" y="3033762"/>
            <a:ext cx="2333625" cy="290997"/>
          </a:xfrm>
        </p:spPr>
        <p:txBody>
          <a:bodyPr>
            <a:normAutofit/>
          </a:bodyPr>
          <a:lstStyle>
            <a:lvl1pPr marL="0" indent="0">
              <a:buNone/>
              <a:defRPr sz="1400">
                <a:solidFill>
                  <a:schemeClr val="bg1"/>
                </a:solidFill>
              </a:defRPr>
            </a:lvl1pPr>
          </a:lstStyle>
          <a:p>
            <a:pPr lvl="0"/>
            <a:r>
              <a:rPr lang="en-US" dirty="0"/>
              <a:t>My Title</a:t>
            </a:r>
          </a:p>
        </p:txBody>
      </p:sp>
      <p:sp>
        <p:nvSpPr>
          <p:cNvPr id="5" name="Picture Placeholder 4">
            <a:extLst>
              <a:ext uri="{FF2B5EF4-FFF2-40B4-BE49-F238E27FC236}">
                <a16:creationId xmlns:a16="http://schemas.microsoft.com/office/drawing/2014/main" id="{8516F1EA-8163-2F90-809C-BB51A31AB500}"/>
              </a:ext>
            </a:extLst>
          </p:cNvPr>
          <p:cNvSpPr>
            <a:spLocks noGrp="1"/>
          </p:cNvSpPr>
          <p:nvPr>
            <p:ph type="pic" sz="quarter" idx="13"/>
          </p:nvPr>
        </p:nvSpPr>
        <p:spPr>
          <a:xfrm>
            <a:off x="2742520" y="3884341"/>
            <a:ext cx="4581525" cy="1058862"/>
          </a:xfrm>
        </p:spPr>
        <p:txBody>
          <a:bodyPr/>
          <a:lstStyle/>
          <a:p>
            <a:r>
              <a:rPr lang="en-US"/>
              <a:t>Click icon to add picture</a:t>
            </a:r>
          </a:p>
        </p:txBody>
      </p:sp>
    </p:spTree>
    <p:extLst>
      <p:ext uri="{BB962C8B-B14F-4D97-AF65-F5344CB8AC3E}">
        <p14:creationId xmlns:p14="http://schemas.microsoft.com/office/powerpoint/2010/main" val="399375936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Alt Signature 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H1 Title">
            <a:extLst>
              <a:ext uri="{FF2B5EF4-FFF2-40B4-BE49-F238E27FC236}">
                <a16:creationId xmlns:a16="http://schemas.microsoft.com/office/drawing/2014/main" id="{33034725-7AAD-B746-AE51-C7D78423B9D4}"/>
              </a:ext>
            </a:extLst>
          </p:cNvPr>
          <p:cNvSpPr>
            <a:spLocks noGrp="1"/>
          </p:cNvSpPr>
          <p:nvPr>
            <p:ph type="title" hasCustomPrompt="1"/>
          </p:nvPr>
        </p:nvSpPr>
        <p:spPr>
          <a:xfrm>
            <a:off x="611585" y="1466849"/>
            <a:ext cx="8229600" cy="857251"/>
          </a:xfrm>
          <a:noFill/>
        </p:spPr>
        <p:txBody>
          <a:bodyPr>
            <a:normAutofit/>
          </a:bodyPr>
          <a:lstStyle>
            <a:lvl1pPr algn="l">
              <a:defRPr sz="4000" b="1">
                <a:solidFill>
                  <a:schemeClr val="bg1"/>
                </a:solidFill>
              </a:defRPr>
            </a:lvl1pPr>
          </a:lstStyle>
          <a:p>
            <a:r>
              <a:rPr lang="en-US" dirty="0"/>
              <a:t>Presentation Title</a:t>
            </a:r>
          </a:p>
        </p:txBody>
      </p:sp>
      <p:sp>
        <p:nvSpPr>
          <p:cNvPr id="4" name="H2 Subtitle">
            <a:extLst>
              <a:ext uri="{FF2B5EF4-FFF2-40B4-BE49-F238E27FC236}">
                <a16:creationId xmlns:a16="http://schemas.microsoft.com/office/drawing/2014/main" id="{C330FAE0-5504-8A44-8C81-7D40C5EF2194}"/>
              </a:ext>
            </a:extLst>
          </p:cNvPr>
          <p:cNvSpPr>
            <a:spLocks noGrp="1"/>
          </p:cNvSpPr>
          <p:nvPr>
            <p:ph sz="quarter" idx="10" hasCustomPrompt="1"/>
          </p:nvPr>
        </p:nvSpPr>
        <p:spPr>
          <a:xfrm>
            <a:off x="611585" y="2151475"/>
            <a:ext cx="8229599" cy="430888"/>
          </a:xfrm>
        </p:spPr>
        <p:txBody>
          <a:bodyPr/>
          <a:lstStyle>
            <a:lvl1pPr marL="0" indent="0">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a:t>
            </a:r>
          </a:p>
        </p:txBody>
      </p:sp>
      <p:cxnSp>
        <p:nvCxnSpPr>
          <p:cNvPr id="9" name="Line">
            <a:extLst>
              <a:ext uri="{FF2B5EF4-FFF2-40B4-BE49-F238E27FC236}">
                <a16:creationId xmlns:a16="http://schemas.microsoft.com/office/drawing/2014/main" id="{F961A44D-63B2-3547-B671-D76FD4AAA4C8}"/>
              </a:ext>
              <a:ext uri="{C183D7F6-B498-43B3-948B-1728B52AA6E4}">
                <adec:decorative xmlns:adec="http://schemas.microsoft.com/office/drawing/2017/decorative" val="1"/>
              </a:ext>
            </a:extLst>
          </p:cNvPr>
          <p:cNvCxnSpPr/>
          <p:nvPr userDrawn="1"/>
        </p:nvCxnSpPr>
        <p:spPr>
          <a:xfrm>
            <a:off x="690413" y="2633032"/>
            <a:ext cx="4886964" cy="0"/>
          </a:xfrm>
          <a:prstGeom prst="line">
            <a:avLst/>
          </a:prstGeom>
          <a:ln>
            <a:solidFill>
              <a:schemeClr val="accent6">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1" name="H3">
            <a:extLst>
              <a:ext uri="{FF2B5EF4-FFF2-40B4-BE49-F238E27FC236}">
                <a16:creationId xmlns:a16="http://schemas.microsoft.com/office/drawing/2014/main" id="{F0663673-BC83-3044-9EF4-B601B50B6DDB}"/>
              </a:ext>
            </a:extLst>
          </p:cNvPr>
          <p:cNvSpPr>
            <a:spLocks noGrp="1"/>
          </p:cNvSpPr>
          <p:nvPr>
            <p:ph sz="quarter" idx="11" hasCustomPrompt="1"/>
          </p:nvPr>
        </p:nvSpPr>
        <p:spPr>
          <a:xfrm>
            <a:off x="611585" y="2741663"/>
            <a:ext cx="4114800" cy="291886"/>
          </a:xfrm>
        </p:spPr>
        <p:txBody>
          <a:bodyPr>
            <a:normAutofit/>
          </a:bodyPr>
          <a:lstStyle>
            <a:lvl1pPr marL="0" indent="0">
              <a:buNone/>
              <a:defRPr sz="18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My Name</a:t>
            </a:r>
          </a:p>
        </p:txBody>
      </p:sp>
      <p:sp>
        <p:nvSpPr>
          <p:cNvPr id="13" name="H4">
            <a:extLst>
              <a:ext uri="{FF2B5EF4-FFF2-40B4-BE49-F238E27FC236}">
                <a16:creationId xmlns:a16="http://schemas.microsoft.com/office/drawing/2014/main" id="{4EEBD0D7-6519-B842-ACAE-C6ABB0409325}"/>
              </a:ext>
            </a:extLst>
          </p:cNvPr>
          <p:cNvSpPr>
            <a:spLocks noGrp="1"/>
          </p:cNvSpPr>
          <p:nvPr>
            <p:ph sz="quarter" idx="12" hasCustomPrompt="1"/>
          </p:nvPr>
        </p:nvSpPr>
        <p:spPr>
          <a:xfrm>
            <a:off x="611585" y="3033762"/>
            <a:ext cx="2333625" cy="290997"/>
          </a:xfrm>
        </p:spPr>
        <p:txBody>
          <a:bodyPr>
            <a:normAutofit/>
          </a:bodyPr>
          <a:lstStyle>
            <a:lvl1pPr marL="0" indent="0">
              <a:buNone/>
              <a:defRPr sz="1400">
                <a:solidFill>
                  <a:schemeClr val="bg1"/>
                </a:solidFill>
              </a:defRPr>
            </a:lvl1pPr>
          </a:lstStyle>
          <a:p>
            <a:pPr lvl="0"/>
            <a:r>
              <a:rPr lang="en-US" dirty="0"/>
              <a:t>My Title</a:t>
            </a:r>
          </a:p>
        </p:txBody>
      </p:sp>
      <p:sp>
        <p:nvSpPr>
          <p:cNvPr id="5" name="Picture Placeholder 4">
            <a:extLst>
              <a:ext uri="{FF2B5EF4-FFF2-40B4-BE49-F238E27FC236}">
                <a16:creationId xmlns:a16="http://schemas.microsoft.com/office/drawing/2014/main" id="{8516F1EA-8163-2F90-809C-BB51A31AB500}"/>
              </a:ext>
            </a:extLst>
          </p:cNvPr>
          <p:cNvSpPr>
            <a:spLocks noGrp="1"/>
          </p:cNvSpPr>
          <p:nvPr>
            <p:ph type="pic" sz="quarter" idx="13"/>
          </p:nvPr>
        </p:nvSpPr>
        <p:spPr>
          <a:xfrm>
            <a:off x="2742520" y="3884341"/>
            <a:ext cx="4581525" cy="1058862"/>
          </a:xfrm>
        </p:spPr>
        <p:txBody>
          <a:bodyPr/>
          <a:lstStyle/>
          <a:p>
            <a:r>
              <a:rPr lang="en-US"/>
              <a:t>Click icon to add picture</a:t>
            </a:r>
          </a:p>
        </p:txBody>
      </p:sp>
      <p:sp>
        <p:nvSpPr>
          <p:cNvPr id="6" name="Text Placeholder 5">
            <a:extLst>
              <a:ext uri="{FF2B5EF4-FFF2-40B4-BE49-F238E27FC236}">
                <a16:creationId xmlns:a16="http://schemas.microsoft.com/office/drawing/2014/main" id="{F3255C03-226B-5FC2-208E-578716830E57}"/>
              </a:ext>
            </a:extLst>
          </p:cNvPr>
          <p:cNvSpPr>
            <a:spLocks noGrp="1"/>
          </p:cNvSpPr>
          <p:nvPr>
            <p:ph type="body" sz="quarter" idx="14"/>
          </p:nvPr>
        </p:nvSpPr>
        <p:spPr>
          <a:xfrm>
            <a:off x="5181600" y="2741663"/>
            <a:ext cx="3659188" cy="898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623788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H1 Title"/>
          <p:cNvSpPr>
            <a:spLocks noGrp="1"/>
          </p:cNvSpPr>
          <p:nvPr>
            <p:ph type="title"/>
          </p:nvPr>
        </p:nvSpPr>
        <p:spPr>
          <a:xfrm>
            <a:off x="457200" y="1785462"/>
            <a:ext cx="8229600" cy="857253"/>
          </a:xfrm>
        </p:spPr>
        <p:txBody>
          <a:bodyPr>
            <a:normAutofit/>
          </a:bodyPr>
          <a:lstStyle>
            <a:lvl1pPr>
              <a:defRPr sz="4400" b="1" i="0">
                <a:solidFill>
                  <a:schemeClr val="bg1"/>
                </a:solidFill>
              </a:defRPr>
            </a:lvl1pPr>
          </a:lstStyle>
          <a:p>
            <a:r>
              <a:rPr lang="en-US"/>
              <a:t>Click to edit Master title style</a:t>
            </a:r>
            <a:endParaRPr lang="en-US" dirty="0"/>
          </a:p>
        </p:txBody>
      </p:sp>
      <p:sp>
        <p:nvSpPr>
          <p:cNvPr id="4" name="H2 Subtitle">
            <a:extLst>
              <a:ext uri="{FF2B5EF4-FFF2-40B4-BE49-F238E27FC236}">
                <a16:creationId xmlns:a16="http://schemas.microsoft.com/office/drawing/2014/main" id="{DB257BD6-4D9A-CD45-BCE2-728C5AB620C6}"/>
              </a:ext>
            </a:extLst>
          </p:cNvPr>
          <p:cNvSpPr>
            <a:spLocks noGrp="1"/>
          </p:cNvSpPr>
          <p:nvPr>
            <p:ph sz="quarter" idx="10" hasCustomPrompt="1"/>
          </p:nvPr>
        </p:nvSpPr>
        <p:spPr>
          <a:xfrm>
            <a:off x="457200" y="2529642"/>
            <a:ext cx="8229600" cy="679450"/>
          </a:xfrm>
        </p:spPr>
        <p:txBody>
          <a:bodyPr>
            <a:normAutofit/>
          </a:bodyPr>
          <a:lstStyle>
            <a:lvl1pPr marL="0" indent="0" algn="ctr">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a:t>
            </a:r>
          </a:p>
        </p:txBody>
      </p:sp>
    </p:spTree>
    <p:extLst>
      <p:ext uri="{BB962C8B-B14F-4D97-AF65-F5344CB8AC3E}">
        <p14:creationId xmlns:p14="http://schemas.microsoft.com/office/powerpoint/2010/main" val="2452877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H1 Title">
            <a:extLst>
              <a:ext uri="{FF2B5EF4-FFF2-40B4-BE49-F238E27FC236}">
                <a16:creationId xmlns:a16="http://schemas.microsoft.com/office/drawing/2014/main" id="{88B4A6B9-381D-5D40-84AC-41D60C0A034D}"/>
              </a:ext>
            </a:extLst>
          </p:cNvPr>
          <p:cNvSpPr>
            <a:spLocks noGrp="1"/>
          </p:cNvSpPr>
          <p:nvPr>
            <p:ph type="title"/>
          </p:nvPr>
        </p:nvSpPr>
        <p:spPr>
          <a:xfrm>
            <a:off x="457200" y="238999"/>
            <a:ext cx="8229600" cy="857250"/>
          </a:xfrm>
        </p:spPr>
        <p:txBody>
          <a:bodyPr>
            <a:normAutofit/>
          </a:bodyPr>
          <a:lstStyle>
            <a:lvl1pPr>
              <a:defRPr sz="3200"/>
            </a:lvl1pPr>
          </a:lstStyle>
          <a:p>
            <a:r>
              <a:rPr lang="en-US"/>
              <a:t>Click to edit Master title style</a:t>
            </a:r>
            <a:endParaRPr lang="en-US" dirty="0"/>
          </a:p>
        </p:txBody>
      </p:sp>
      <p:sp>
        <p:nvSpPr>
          <p:cNvPr id="5" name="H2 Subtitle">
            <a:extLst>
              <a:ext uri="{FF2B5EF4-FFF2-40B4-BE49-F238E27FC236}">
                <a16:creationId xmlns:a16="http://schemas.microsoft.com/office/drawing/2014/main" id="{5B196C90-74A6-5E42-A204-A1E0DBCB6799}"/>
              </a:ext>
            </a:extLst>
          </p:cNvPr>
          <p:cNvSpPr>
            <a:spLocks noGrp="1"/>
          </p:cNvSpPr>
          <p:nvPr>
            <p:ph sz="quarter" idx="10" hasCustomPrompt="1"/>
          </p:nvPr>
        </p:nvSpPr>
        <p:spPr>
          <a:xfrm>
            <a:off x="457200" y="837565"/>
            <a:ext cx="8229600" cy="338456"/>
          </a:xfrm>
        </p:spPr>
        <p:txBody>
          <a:bodyPr>
            <a:noAutofit/>
          </a:bodyPr>
          <a:lstStyle>
            <a:lvl1pPr marL="0" indent="0" algn="ctr">
              <a:buNone/>
              <a:defRPr sz="2000">
                <a:solidFill>
                  <a:srgbClr val="00599B"/>
                </a:solidFill>
              </a:defRPr>
            </a:lvl1pPr>
            <a:lvl2pPr marL="457200" indent="0">
              <a:buNone/>
              <a:defRPr sz="2400">
                <a:solidFill>
                  <a:srgbClr val="00599B"/>
                </a:solidFill>
              </a:defRPr>
            </a:lvl2pPr>
            <a:lvl3pPr marL="914400" indent="0">
              <a:buNone/>
              <a:defRPr sz="2400">
                <a:solidFill>
                  <a:srgbClr val="00599B"/>
                </a:solidFill>
              </a:defRPr>
            </a:lvl3pPr>
            <a:lvl4pPr marL="1371600" indent="0">
              <a:buNone/>
              <a:defRPr sz="2400">
                <a:solidFill>
                  <a:srgbClr val="00599B"/>
                </a:solidFill>
              </a:defRPr>
            </a:lvl4pPr>
            <a:lvl5pPr marL="1828800" indent="0">
              <a:buNone/>
              <a:defRPr sz="2400">
                <a:solidFill>
                  <a:srgbClr val="00599B"/>
                </a:solidFill>
              </a:defRPr>
            </a:lvl5pPr>
          </a:lstStyle>
          <a:p>
            <a:pPr lvl="0"/>
            <a:r>
              <a:rPr lang="en-US" dirty="0"/>
              <a:t>Subtitle</a:t>
            </a:r>
          </a:p>
        </p:txBody>
      </p:sp>
      <p:sp>
        <p:nvSpPr>
          <p:cNvPr id="6" name="Body Content">
            <a:extLst>
              <a:ext uri="{FF2B5EF4-FFF2-40B4-BE49-F238E27FC236}">
                <a16:creationId xmlns:a16="http://schemas.microsoft.com/office/drawing/2014/main" id="{4F275BD8-ECF8-F54B-B4E2-A66F7AB27D86}"/>
              </a:ext>
            </a:extLst>
          </p:cNvPr>
          <p:cNvSpPr>
            <a:spLocks noGrp="1"/>
          </p:cNvSpPr>
          <p:nvPr>
            <p:ph sz="half" idx="1"/>
          </p:nvPr>
        </p:nvSpPr>
        <p:spPr>
          <a:xfrm>
            <a:off x="457200" y="1310641"/>
            <a:ext cx="8229600" cy="3098800"/>
          </a:xfrm>
        </p:spPr>
        <p:txBody>
          <a:bodyPr>
            <a:normAutofit/>
          </a:bodyPr>
          <a:lstStyle>
            <a:lvl1pPr marL="342900" indent="-342900">
              <a:buFont typeface="Wingdings" pitchFamily="2" charset="2"/>
              <a:buChar char="§"/>
              <a:defRPr sz="1600"/>
            </a:lvl1pPr>
            <a:lvl2pPr marL="742950" indent="-285750">
              <a:buFont typeface="Wingdings" pitchFamily="2" charset="2"/>
              <a:buChar char="§"/>
              <a:defRPr sz="1600"/>
            </a:lvl2pPr>
            <a:lvl3pPr marL="1143000" indent="-228600">
              <a:buFont typeface="Wingdings" pitchFamily="2" charset="2"/>
              <a:buChar char="§"/>
              <a:defRPr sz="1600"/>
            </a:lvl3pPr>
            <a:lvl4pPr marL="1600200" indent="-228600">
              <a:buFont typeface="Wingdings" pitchFamily="2" charset="2"/>
              <a:buChar char="§"/>
              <a:defRPr sz="1600"/>
            </a:lvl4pPr>
            <a:lvl5pPr marL="2057400" indent="-228600">
              <a:buFont typeface="Wingdings" pitchFamily="2" charset="2"/>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266960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H1 Title">
            <a:extLst>
              <a:ext uri="{FF2B5EF4-FFF2-40B4-BE49-F238E27FC236}">
                <a16:creationId xmlns:a16="http://schemas.microsoft.com/office/drawing/2014/main" id="{32D9C8E5-1CF3-6F45-9C03-04506B4E541A}"/>
              </a:ext>
            </a:extLst>
          </p:cNvPr>
          <p:cNvSpPr>
            <a:spLocks noGrp="1"/>
          </p:cNvSpPr>
          <p:nvPr>
            <p:ph type="title"/>
          </p:nvPr>
        </p:nvSpPr>
        <p:spPr>
          <a:xfrm>
            <a:off x="457200" y="124699"/>
            <a:ext cx="8229600" cy="857250"/>
          </a:xfrm>
        </p:spPr>
        <p:txBody>
          <a:bodyPr>
            <a:normAutofit/>
          </a:bodyPr>
          <a:lstStyle>
            <a:lvl1pPr>
              <a:defRPr sz="32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H2 Subtitle">
            <a:extLst>
              <a:ext uri="{FF2B5EF4-FFF2-40B4-BE49-F238E27FC236}">
                <a16:creationId xmlns:a16="http://schemas.microsoft.com/office/drawing/2014/main" id="{7E449A25-5BA8-A049-892B-A920427B81BD}"/>
              </a:ext>
            </a:extLst>
          </p:cNvPr>
          <p:cNvSpPr>
            <a:spLocks noGrp="1"/>
          </p:cNvSpPr>
          <p:nvPr>
            <p:ph sz="quarter" idx="10" hasCustomPrompt="1"/>
          </p:nvPr>
        </p:nvSpPr>
        <p:spPr>
          <a:xfrm>
            <a:off x="457200" y="799465"/>
            <a:ext cx="8229600" cy="338456"/>
          </a:xfrm>
        </p:spPr>
        <p:txBody>
          <a:bodyPr>
            <a:noAutofit/>
          </a:bodyPr>
          <a:lstStyle>
            <a:lvl1pPr marL="0" indent="0" algn="ctr">
              <a:buNone/>
              <a:defRPr sz="2000">
                <a:solidFill>
                  <a:srgbClr val="00599B"/>
                </a:solidFill>
              </a:defRPr>
            </a:lvl1pPr>
            <a:lvl2pPr marL="457200" indent="0">
              <a:buNone/>
              <a:defRPr sz="2400">
                <a:solidFill>
                  <a:srgbClr val="00599B"/>
                </a:solidFill>
              </a:defRPr>
            </a:lvl2pPr>
            <a:lvl3pPr marL="914400" indent="0">
              <a:buNone/>
              <a:defRPr sz="2400">
                <a:solidFill>
                  <a:srgbClr val="00599B"/>
                </a:solidFill>
              </a:defRPr>
            </a:lvl3pPr>
            <a:lvl4pPr marL="1371600" indent="0">
              <a:buNone/>
              <a:defRPr sz="2400">
                <a:solidFill>
                  <a:srgbClr val="00599B"/>
                </a:solidFill>
              </a:defRPr>
            </a:lvl4pPr>
            <a:lvl5pPr marL="1828800" indent="0">
              <a:buNone/>
              <a:defRPr sz="2400">
                <a:solidFill>
                  <a:srgbClr val="00599B"/>
                </a:solidFill>
              </a:defRPr>
            </a:lvl5pPr>
          </a:lstStyle>
          <a:p>
            <a:pPr lvl="0"/>
            <a:r>
              <a:rPr lang="en-US" dirty="0"/>
              <a:t>Subtitle</a:t>
            </a:r>
          </a:p>
        </p:txBody>
      </p:sp>
      <p:sp>
        <p:nvSpPr>
          <p:cNvPr id="3" name="Body Content 1"/>
          <p:cNvSpPr>
            <a:spLocks noGrp="1"/>
          </p:cNvSpPr>
          <p:nvPr>
            <p:ph sz="half" idx="1"/>
          </p:nvPr>
        </p:nvSpPr>
        <p:spPr>
          <a:xfrm>
            <a:off x="457200" y="1310641"/>
            <a:ext cx="4038600" cy="3098800"/>
          </a:xfrm>
        </p:spPr>
        <p:txBody>
          <a:bodyPr>
            <a:normAutofit/>
          </a:bodyPr>
          <a:lstStyle>
            <a:lvl1pPr>
              <a:defRPr sz="16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Body Content 2"/>
          <p:cNvSpPr>
            <a:spLocks noGrp="1"/>
          </p:cNvSpPr>
          <p:nvPr>
            <p:ph sz="half" idx="2"/>
          </p:nvPr>
        </p:nvSpPr>
        <p:spPr>
          <a:xfrm>
            <a:off x="4648200" y="1310641"/>
            <a:ext cx="4038600" cy="3098800"/>
          </a:xfrm>
        </p:spPr>
        <p:txBody>
          <a:bodyPr>
            <a:normAutofit/>
          </a:bodyPr>
          <a:lstStyle>
            <a:lvl1pPr marL="285750" indent="-285750">
              <a:buFont typeface="Wingdings" pitchFamily="2" charset="2"/>
              <a:buChar char="§"/>
              <a:defRPr sz="1600">
                <a:latin typeface="Arial" panose="020B0604020202020204" pitchFamily="34" charset="0"/>
                <a:cs typeface="Arial" panose="020B0604020202020204" pitchFamily="34" charset="0"/>
              </a:defRPr>
            </a:lvl1pPr>
            <a:lvl2pPr marL="742950" indent="-285750">
              <a:buFont typeface="Wingdings" pitchFamily="2" charset="2"/>
              <a:buChar char="§"/>
              <a:defRPr sz="1600">
                <a:latin typeface="Arial" panose="020B0604020202020204" pitchFamily="34" charset="0"/>
                <a:cs typeface="Arial" panose="020B0604020202020204" pitchFamily="34" charset="0"/>
              </a:defRPr>
            </a:lvl2pPr>
            <a:lvl3pPr marL="1143000" indent="-228600">
              <a:buFont typeface="Wingdings" pitchFamily="2" charset="2"/>
              <a:buChar char="§"/>
              <a:defRPr sz="1600">
                <a:latin typeface="Arial" panose="020B0604020202020204" pitchFamily="34" charset="0"/>
                <a:cs typeface="Arial" panose="020B0604020202020204" pitchFamily="34" charset="0"/>
              </a:defRPr>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14677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H1 Title">
            <a:extLst>
              <a:ext uri="{FF2B5EF4-FFF2-40B4-BE49-F238E27FC236}">
                <a16:creationId xmlns:a16="http://schemas.microsoft.com/office/drawing/2014/main" id="{32D9C8E5-1CF3-6F45-9C03-04506B4E541A}"/>
              </a:ext>
            </a:extLst>
          </p:cNvPr>
          <p:cNvSpPr>
            <a:spLocks noGrp="1"/>
          </p:cNvSpPr>
          <p:nvPr>
            <p:ph type="title"/>
          </p:nvPr>
        </p:nvSpPr>
        <p:spPr>
          <a:xfrm>
            <a:off x="457200" y="124699"/>
            <a:ext cx="8229600" cy="857250"/>
          </a:xfrm>
        </p:spPr>
        <p:txBody>
          <a:bodyPr>
            <a:normAutofit/>
          </a:bodyPr>
          <a:lstStyle>
            <a:lvl1pPr>
              <a:defRPr sz="32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Body Content 2"/>
          <p:cNvSpPr>
            <a:spLocks noGrp="1"/>
          </p:cNvSpPr>
          <p:nvPr>
            <p:ph sz="half" idx="2"/>
          </p:nvPr>
        </p:nvSpPr>
        <p:spPr>
          <a:xfrm>
            <a:off x="47501" y="1111158"/>
            <a:ext cx="2721430" cy="1668483"/>
          </a:xfrm>
        </p:spPr>
        <p:txBody>
          <a:bodyPr>
            <a:normAutofit/>
          </a:bodyPr>
          <a:lstStyle>
            <a:lvl1pPr marL="285750" indent="-285750">
              <a:buFont typeface="Wingdings" pitchFamily="2" charset="2"/>
              <a:buChar char="§"/>
              <a:defRPr sz="1600">
                <a:latin typeface="Arial" panose="020B0604020202020204" pitchFamily="34" charset="0"/>
                <a:cs typeface="Arial" panose="020B0604020202020204" pitchFamily="34" charset="0"/>
              </a:defRPr>
            </a:lvl1pPr>
            <a:lvl2pPr marL="742950" indent="-285750">
              <a:buFont typeface="Wingdings" pitchFamily="2" charset="2"/>
              <a:buChar char="§"/>
              <a:defRPr sz="1600">
                <a:latin typeface="Arial" panose="020B0604020202020204" pitchFamily="34" charset="0"/>
                <a:cs typeface="Arial" panose="020B0604020202020204" pitchFamily="34" charset="0"/>
              </a:defRPr>
            </a:lvl2pPr>
            <a:lvl3pPr marL="1143000" indent="-228600">
              <a:buFont typeface="Wingdings" pitchFamily="2" charset="2"/>
              <a:buChar char="§"/>
              <a:defRPr sz="1600">
                <a:latin typeface="Arial" panose="020B0604020202020204" pitchFamily="34" charset="0"/>
                <a:cs typeface="Arial" panose="020B0604020202020204" pitchFamily="34" charset="0"/>
              </a:defRPr>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Body Content 2">
            <a:extLst>
              <a:ext uri="{FF2B5EF4-FFF2-40B4-BE49-F238E27FC236}">
                <a16:creationId xmlns:a16="http://schemas.microsoft.com/office/drawing/2014/main" id="{AF760239-E1E4-98A8-BC2A-AD64F71B7E0D}"/>
              </a:ext>
            </a:extLst>
          </p:cNvPr>
          <p:cNvSpPr>
            <a:spLocks noGrp="1"/>
          </p:cNvSpPr>
          <p:nvPr>
            <p:ph sz="half" idx="10"/>
          </p:nvPr>
        </p:nvSpPr>
        <p:spPr>
          <a:xfrm>
            <a:off x="47499" y="2856015"/>
            <a:ext cx="2721431" cy="1668483"/>
          </a:xfrm>
        </p:spPr>
        <p:txBody>
          <a:bodyPr>
            <a:normAutofit/>
          </a:bodyPr>
          <a:lstStyle>
            <a:lvl1pPr marL="285750" indent="-285750">
              <a:buFont typeface="Wingdings" pitchFamily="2" charset="2"/>
              <a:buChar char="§"/>
              <a:defRPr sz="1600">
                <a:latin typeface="Arial" panose="020B0604020202020204" pitchFamily="34" charset="0"/>
                <a:cs typeface="Arial" panose="020B0604020202020204" pitchFamily="34" charset="0"/>
              </a:defRPr>
            </a:lvl1pPr>
            <a:lvl2pPr marL="742950" indent="-285750">
              <a:buFont typeface="Wingdings" pitchFamily="2" charset="2"/>
              <a:buChar char="§"/>
              <a:defRPr sz="1600">
                <a:latin typeface="Arial" panose="020B0604020202020204" pitchFamily="34" charset="0"/>
                <a:cs typeface="Arial" panose="020B0604020202020204" pitchFamily="34" charset="0"/>
              </a:defRPr>
            </a:lvl2pPr>
            <a:lvl3pPr marL="1143000" indent="-228600">
              <a:buFont typeface="Wingdings" pitchFamily="2" charset="2"/>
              <a:buChar char="§"/>
              <a:defRPr sz="1600">
                <a:latin typeface="Arial" panose="020B0604020202020204" pitchFamily="34" charset="0"/>
                <a:cs typeface="Arial" panose="020B0604020202020204" pitchFamily="34" charset="0"/>
              </a:defRPr>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Body Content 2">
            <a:extLst>
              <a:ext uri="{FF2B5EF4-FFF2-40B4-BE49-F238E27FC236}">
                <a16:creationId xmlns:a16="http://schemas.microsoft.com/office/drawing/2014/main" id="{52458702-0A0A-743A-4663-E0EA4FBC4EB5}"/>
              </a:ext>
            </a:extLst>
          </p:cNvPr>
          <p:cNvSpPr>
            <a:spLocks noGrp="1"/>
          </p:cNvSpPr>
          <p:nvPr>
            <p:ph sz="half" idx="11"/>
          </p:nvPr>
        </p:nvSpPr>
        <p:spPr>
          <a:xfrm>
            <a:off x="2919350" y="1111158"/>
            <a:ext cx="2644240" cy="1744857"/>
          </a:xfrm>
        </p:spPr>
        <p:txBody>
          <a:bodyPr>
            <a:normAutofit/>
          </a:bodyPr>
          <a:lstStyle>
            <a:lvl1pPr marL="285750" indent="-285750">
              <a:buFont typeface="Wingdings" pitchFamily="2" charset="2"/>
              <a:buChar char="§"/>
              <a:defRPr sz="1600">
                <a:latin typeface="Arial" panose="020B0604020202020204" pitchFamily="34" charset="0"/>
                <a:cs typeface="Arial" panose="020B0604020202020204" pitchFamily="34" charset="0"/>
              </a:defRPr>
            </a:lvl1pPr>
            <a:lvl2pPr marL="742950" indent="-285750">
              <a:buFont typeface="Wingdings" pitchFamily="2" charset="2"/>
              <a:buChar char="§"/>
              <a:defRPr sz="1600">
                <a:latin typeface="Arial" panose="020B0604020202020204" pitchFamily="34" charset="0"/>
                <a:cs typeface="Arial" panose="020B0604020202020204" pitchFamily="34" charset="0"/>
              </a:defRPr>
            </a:lvl2pPr>
            <a:lvl3pPr marL="1143000" indent="-228600">
              <a:buFont typeface="Wingdings" pitchFamily="2" charset="2"/>
              <a:buChar char="§"/>
              <a:defRPr sz="1600">
                <a:latin typeface="Arial" panose="020B0604020202020204" pitchFamily="34" charset="0"/>
                <a:cs typeface="Arial" panose="020B0604020202020204" pitchFamily="34" charset="0"/>
              </a:defRPr>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Body Content 2">
            <a:extLst>
              <a:ext uri="{FF2B5EF4-FFF2-40B4-BE49-F238E27FC236}">
                <a16:creationId xmlns:a16="http://schemas.microsoft.com/office/drawing/2014/main" id="{E7DCE5C4-5A12-8BD9-2E79-6B094F4C1FDC}"/>
              </a:ext>
            </a:extLst>
          </p:cNvPr>
          <p:cNvSpPr>
            <a:spLocks noGrp="1"/>
          </p:cNvSpPr>
          <p:nvPr>
            <p:ph sz="half" idx="12"/>
          </p:nvPr>
        </p:nvSpPr>
        <p:spPr>
          <a:xfrm>
            <a:off x="2909453" y="2985224"/>
            <a:ext cx="2721431" cy="1971304"/>
          </a:xfrm>
        </p:spPr>
        <p:txBody>
          <a:bodyPr>
            <a:normAutofit/>
          </a:bodyPr>
          <a:lstStyle>
            <a:lvl1pPr marL="285750" indent="-285750">
              <a:buFont typeface="Wingdings" pitchFamily="2" charset="2"/>
              <a:buChar char="§"/>
              <a:defRPr sz="1600">
                <a:latin typeface="Arial" panose="020B0604020202020204" pitchFamily="34" charset="0"/>
                <a:cs typeface="Arial" panose="020B0604020202020204" pitchFamily="34" charset="0"/>
              </a:defRPr>
            </a:lvl1pPr>
            <a:lvl2pPr marL="742950" indent="-285750">
              <a:buFont typeface="Wingdings" pitchFamily="2" charset="2"/>
              <a:buChar char="§"/>
              <a:defRPr sz="1600">
                <a:latin typeface="Arial" panose="020B0604020202020204" pitchFamily="34" charset="0"/>
                <a:cs typeface="Arial" panose="020B0604020202020204" pitchFamily="34" charset="0"/>
              </a:defRPr>
            </a:lvl2pPr>
            <a:lvl3pPr marL="1143000" indent="-228600">
              <a:buFont typeface="Wingdings" pitchFamily="2" charset="2"/>
              <a:buChar char="§"/>
              <a:defRPr sz="1600">
                <a:latin typeface="Arial" panose="020B0604020202020204" pitchFamily="34" charset="0"/>
                <a:cs typeface="Arial" panose="020B0604020202020204" pitchFamily="34" charset="0"/>
              </a:defRPr>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Body Content 2">
            <a:extLst>
              <a:ext uri="{FF2B5EF4-FFF2-40B4-BE49-F238E27FC236}">
                <a16:creationId xmlns:a16="http://schemas.microsoft.com/office/drawing/2014/main" id="{3180402C-B205-3B02-80EC-1389CEFE02F8}"/>
              </a:ext>
            </a:extLst>
          </p:cNvPr>
          <p:cNvSpPr>
            <a:spLocks noGrp="1"/>
          </p:cNvSpPr>
          <p:nvPr>
            <p:ph sz="half" idx="13"/>
          </p:nvPr>
        </p:nvSpPr>
        <p:spPr>
          <a:xfrm>
            <a:off x="6008916" y="1117911"/>
            <a:ext cx="2933203" cy="1661730"/>
          </a:xfrm>
        </p:spPr>
        <p:txBody>
          <a:bodyPr>
            <a:normAutofit/>
          </a:bodyPr>
          <a:lstStyle>
            <a:lvl1pPr marL="285750" indent="-285750">
              <a:buFont typeface="Wingdings" pitchFamily="2" charset="2"/>
              <a:buChar char="§"/>
              <a:defRPr sz="1600">
                <a:latin typeface="Arial" panose="020B0604020202020204" pitchFamily="34" charset="0"/>
                <a:cs typeface="Arial" panose="020B0604020202020204" pitchFamily="34" charset="0"/>
              </a:defRPr>
            </a:lvl1pPr>
            <a:lvl2pPr marL="742950" indent="-285750">
              <a:buFont typeface="Wingdings" pitchFamily="2" charset="2"/>
              <a:buChar char="§"/>
              <a:defRPr sz="1600">
                <a:latin typeface="Arial" panose="020B0604020202020204" pitchFamily="34" charset="0"/>
                <a:cs typeface="Arial" panose="020B0604020202020204" pitchFamily="34" charset="0"/>
              </a:defRPr>
            </a:lvl2pPr>
            <a:lvl3pPr marL="1143000" indent="-228600">
              <a:buFont typeface="Wingdings" pitchFamily="2" charset="2"/>
              <a:buChar char="§"/>
              <a:defRPr sz="1600">
                <a:latin typeface="Arial" panose="020B0604020202020204" pitchFamily="34" charset="0"/>
                <a:cs typeface="Arial" panose="020B0604020202020204" pitchFamily="34" charset="0"/>
              </a:defRPr>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Body Content 2">
            <a:extLst>
              <a:ext uri="{FF2B5EF4-FFF2-40B4-BE49-F238E27FC236}">
                <a16:creationId xmlns:a16="http://schemas.microsoft.com/office/drawing/2014/main" id="{1D0698A4-F993-1339-EDDC-E122275B26EE}"/>
              </a:ext>
            </a:extLst>
          </p:cNvPr>
          <p:cNvSpPr>
            <a:spLocks noGrp="1"/>
          </p:cNvSpPr>
          <p:nvPr>
            <p:ph sz="half" idx="14"/>
          </p:nvPr>
        </p:nvSpPr>
        <p:spPr>
          <a:xfrm>
            <a:off x="5975267" y="2985224"/>
            <a:ext cx="2952999" cy="1959926"/>
          </a:xfrm>
        </p:spPr>
        <p:txBody>
          <a:bodyPr>
            <a:normAutofit/>
          </a:bodyPr>
          <a:lstStyle>
            <a:lvl1pPr marL="285750" indent="-285750">
              <a:buFont typeface="Wingdings" pitchFamily="2" charset="2"/>
              <a:buChar char="§"/>
              <a:defRPr sz="1600">
                <a:latin typeface="Arial" panose="020B0604020202020204" pitchFamily="34" charset="0"/>
                <a:cs typeface="Arial" panose="020B0604020202020204" pitchFamily="34" charset="0"/>
              </a:defRPr>
            </a:lvl1pPr>
            <a:lvl2pPr marL="742950" indent="-285750">
              <a:buFont typeface="Wingdings" pitchFamily="2" charset="2"/>
              <a:buChar char="§"/>
              <a:defRPr sz="1600">
                <a:latin typeface="Arial" panose="020B0604020202020204" pitchFamily="34" charset="0"/>
                <a:cs typeface="Arial" panose="020B0604020202020204" pitchFamily="34" charset="0"/>
              </a:defRPr>
            </a:lvl2pPr>
            <a:lvl3pPr marL="1143000" indent="-228600">
              <a:buFont typeface="Wingdings" pitchFamily="2" charset="2"/>
              <a:buChar char="§"/>
              <a:defRPr sz="1600">
                <a:latin typeface="Arial" panose="020B0604020202020204" pitchFamily="34" charset="0"/>
                <a:cs typeface="Arial" panose="020B0604020202020204" pitchFamily="34" charset="0"/>
              </a:defRPr>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80621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de Table">
    <p:bg>
      <p:bgPr>
        <a:solidFill>
          <a:schemeClr val="bg1"/>
        </a:solidFill>
        <a:effectLst/>
      </p:bgPr>
    </p:bg>
    <p:spTree>
      <p:nvGrpSpPr>
        <p:cNvPr id="1" name=""/>
        <p:cNvGrpSpPr/>
        <p:nvPr/>
      </p:nvGrpSpPr>
      <p:grpSpPr>
        <a:xfrm>
          <a:off x="0" y="0"/>
          <a:ext cx="0" cy="0"/>
          <a:chOff x="0" y="0"/>
          <a:chExt cx="0" cy="0"/>
        </a:xfrm>
      </p:grpSpPr>
      <p:sp>
        <p:nvSpPr>
          <p:cNvPr id="2" name="Invisible H1 Title">
            <a:extLst>
              <a:ext uri="{FF2B5EF4-FFF2-40B4-BE49-F238E27FC236}">
                <a16:creationId xmlns:a16="http://schemas.microsoft.com/office/drawing/2014/main" id="{D197014B-C43D-B34F-A577-29627A8119DB}"/>
              </a:ext>
            </a:extLst>
          </p:cNvPr>
          <p:cNvSpPr>
            <a:spLocks noGrp="1"/>
          </p:cNvSpPr>
          <p:nvPr>
            <p:ph type="title"/>
          </p:nvPr>
        </p:nvSpPr>
        <p:spPr>
          <a:xfrm>
            <a:off x="457200" y="-963602"/>
            <a:ext cx="8229600" cy="857250"/>
          </a:xfrm>
        </p:spPr>
        <p:txBody>
          <a:bodyPr/>
          <a:lstStyle>
            <a:lvl1pPr>
              <a:defRPr>
                <a:solidFill>
                  <a:srgbClr val="FF0000"/>
                </a:solidFill>
              </a:defRPr>
            </a:lvl1pPr>
          </a:lstStyle>
          <a:p>
            <a:r>
              <a:rPr lang="en-US"/>
              <a:t>Click to edit Master title style</a:t>
            </a:r>
            <a:endParaRPr lang="en-US" dirty="0"/>
          </a:p>
        </p:txBody>
      </p:sp>
      <p:sp>
        <p:nvSpPr>
          <p:cNvPr id="5" name="Wide Table">
            <a:extLst>
              <a:ext uri="{FF2B5EF4-FFF2-40B4-BE49-F238E27FC236}">
                <a16:creationId xmlns:a16="http://schemas.microsoft.com/office/drawing/2014/main" id="{A31F2DD0-A818-C246-A801-671F4BC29942}"/>
              </a:ext>
            </a:extLst>
          </p:cNvPr>
          <p:cNvSpPr>
            <a:spLocks noGrp="1"/>
          </p:cNvSpPr>
          <p:nvPr>
            <p:ph type="tbl" sz="quarter" idx="10"/>
          </p:nvPr>
        </p:nvSpPr>
        <p:spPr>
          <a:xfrm>
            <a:off x="228600" y="285750"/>
            <a:ext cx="8686800" cy="4572000"/>
          </a:xfrm>
        </p:spPr>
        <p:txBody>
          <a:bodyPr/>
          <a:lstStyle/>
          <a:p>
            <a:r>
              <a:rPr lang="en-US"/>
              <a:t>Click icon to add table</a:t>
            </a:r>
          </a:p>
        </p:txBody>
      </p:sp>
    </p:spTree>
    <p:extLst>
      <p:ext uri="{BB962C8B-B14F-4D97-AF65-F5344CB8AC3E}">
        <p14:creationId xmlns:p14="http://schemas.microsoft.com/office/powerpoint/2010/main" val="3181464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de Chart">
    <p:bg>
      <p:bgPr>
        <a:solidFill>
          <a:schemeClr val="bg1"/>
        </a:solidFill>
        <a:effectLst/>
      </p:bgPr>
    </p:bg>
    <p:spTree>
      <p:nvGrpSpPr>
        <p:cNvPr id="1" name=""/>
        <p:cNvGrpSpPr/>
        <p:nvPr/>
      </p:nvGrpSpPr>
      <p:grpSpPr>
        <a:xfrm>
          <a:off x="0" y="0"/>
          <a:ext cx="0" cy="0"/>
          <a:chOff x="0" y="0"/>
          <a:chExt cx="0" cy="0"/>
        </a:xfrm>
      </p:grpSpPr>
      <p:sp>
        <p:nvSpPr>
          <p:cNvPr id="2" name="Invisible H1 Title">
            <a:extLst>
              <a:ext uri="{FF2B5EF4-FFF2-40B4-BE49-F238E27FC236}">
                <a16:creationId xmlns:a16="http://schemas.microsoft.com/office/drawing/2014/main" id="{D197014B-C43D-B34F-A577-29627A8119DB}"/>
              </a:ext>
            </a:extLst>
          </p:cNvPr>
          <p:cNvSpPr>
            <a:spLocks noGrp="1"/>
          </p:cNvSpPr>
          <p:nvPr>
            <p:ph type="title"/>
          </p:nvPr>
        </p:nvSpPr>
        <p:spPr>
          <a:xfrm>
            <a:off x="457200" y="-963602"/>
            <a:ext cx="8229600" cy="857250"/>
          </a:xfrm>
        </p:spPr>
        <p:txBody>
          <a:bodyPr>
            <a:normAutofit/>
          </a:bodyPr>
          <a:lstStyle>
            <a:lvl1pPr>
              <a:defRPr sz="3200">
                <a:solidFill>
                  <a:srgbClr val="FF0000"/>
                </a:solidFill>
              </a:defRPr>
            </a:lvl1pPr>
          </a:lstStyle>
          <a:p>
            <a:r>
              <a:rPr lang="en-US"/>
              <a:t>Click to edit Master title style</a:t>
            </a:r>
            <a:endParaRPr lang="en-US" dirty="0"/>
          </a:p>
        </p:txBody>
      </p:sp>
      <p:sp>
        <p:nvSpPr>
          <p:cNvPr id="4" name="Wide Chart">
            <a:extLst>
              <a:ext uri="{FF2B5EF4-FFF2-40B4-BE49-F238E27FC236}">
                <a16:creationId xmlns:a16="http://schemas.microsoft.com/office/drawing/2014/main" id="{21B7D27F-640B-514B-9B11-9D1645F3F49A}"/>
              </a:ext>
            </a:extLst>
          </p:cNvPr>
          <p:cNvSpPr>
            <a:spLocks noGrp="1" noChangeAspect="1"/>
          </p:cNvSpPr>
          <p:nvPr>
            <p:ph type="chart" sz="quarter" idx="11"/>
          </p:nvPr>
        </p:nvSpPr>
        <p:spPr>
          <a:xfrm>
            <a:off x="228600" y="285750"/>
            <a:ext cx="8686800" cy="4572000"/>
          </a:xfrm>
        </p:spPr>
        <p:txBody>
          <a:bodyPr/>
          <a:lstStyle/>
          <a:p>
            <a:r>
              <a:rPr lang="en-US"/>
              <a:t>Click icon to add chart</a:t>
            </a:r>
          </a:p>
        </p:txBody>
      </p:sp>
    </p:spTree>
    <p:extLst>
      <p:ext uri="{BB962C8B-B14F-4D97-AF65-F5344CB8AC3E}">
        <p14:creationId xmlns:p14="http://schemas.microsoft.com/office/powerpoint/2010/main" val="933253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Bleed Photo">
    <p:bg>
      <p:bgPr>
        <a:solidFill>
          <a:schemeClr val="bg1"/>
        </a:solidFill>
        <a:effectLst/>
      </p:bgPr>
    </p:bg>
    <p:spTree>
      <p:nvGrpSpPr>
        <p:cNvPr id="1" name=""/>
        <p:cNvGrpSpPr/>
        <p:nvPr/>
      </p:nvGrpSpPr>
      <p:grpSpPr>
        <a:xfrm>
          <a:off x="0" y="0"/>
          <a:ext cx="0" cy="0"/>
          <a:chOff x="0" y="0"/>
          <a:chExt cx="0" cy="0"/>
        </a:xfrm>
      </p:grpSpPr>
      <p:sp>
        <p:nvSpPr>
          <p:cNvPr id="2" name="Invisible H1 Title">
            <a:extLst>
              <a:ext uri="{FF2B5EF4-FFF2-40B4-BE49-F238E27FC236}">
                <a16:creationId xmlns:a16="http://schemas.microsoft.com/office/drawing/2014/main" id="{D197014B-C43D-B34F-A577-29627A8119DB}"/>
              </a:ext>
            </a:extLst>
          </p:cNvPr>
          <p:cNvSpPr>
            <a:spLocks noGrp="1"/>
          </p:cNvSpPr>
          <p:nvPr>
            <p:ph type="title"/>
          </p:nvPr>
        </p:nvSpPr>
        <p:spPr>
          <a:xfrm>
            <a:off x="457200" y="-963602"/>
            <a:ext cx="8229600" cy="857250"/>
          </a:xfrm>
        </p:spPr>
        <p:txBody>
          <a:bodyPr>
            <a:normAutofit/>
          </a:bodyPr>
          <a:lstStyle>
            <a:lvl1pPr>
              <a:defRPr sz="3200">
                <a:solidFill>
                  <a:srgbClr val="FF0000"/>
                </a:solidFill>
              </a:defRPr>
            </a:lvl1pPr>
          </a:lstStyle>
          <a:p>
            <a:r>
              <a:rPr lang="en-US"/>
              <a:t>Click to edit Master title style</a:t>
            </a:r>
            <a:endParaRPr lang="en-US" dirty="0"/>
          </a:p>
        </p:txBody>
      </p:sp>
      <p:sp>
        <p:nvSpPr>
          <p:cNvPr id="7" name="Full Bleed Photo">
            <a:extLst>
              <a:ext uri="{FF2B5EF4-FFF2-40B4-BE49-F238E27FC236}">
                <a16:creationId xmlns:a16="http://schemas.microsoft.com/office/drawing/2014/main" id="{3D0D2707-18C2-FA48-9C1E-B114D1A3869D}"/>
              </a:ext>
            </a:extLst>
          </p:cNvPr>
          <p:cNvSpPr>
            <a:spLocks noGrp="1" noChangeAspect="1"/>
          </p:cNvSpPr>
          <p:nvPr>
            <p:ph type="pic" sz="quarter" idx="10"/>
          </p:nvPr>
        </p:nvSpPr>
        <p:spPr>
          <a:xfrm>
            <a:off x="-45720" y="-34290"/>
            <a:ext cx="9235440" cy="5212080"/>
          </a:xfrm>
        </p:spPr>
        <p:txBody>
          <a:bodyPr/>
          <a:lstStyle/>
          <a:p>
            <a:r>
              <a:rPr lang="en-US"/>
              <a:t>Click icon to add picture</a:t>
            </a:r>
          </a:p>
        </p:txBody>
      </p:sp>
    </p:spTree>
    <p:extLst>
      <p:ext uri="{BB962C8B-B14F-4D97-AF65-F5344CB8AC3E}">
        <p14:creationId xmlns:p14="http://schemas.microsoft.com/office/powerpoint/2010/main" val="3780953523"/>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Bleed Video">
    <p:bg>
      <p:bgPr>
        <a:solidFill>
          <a:schemeClr val="bg1"/>
        </a:solidFill>
        <a:effectLst/>
      </p:bgPr>
    </p:bg>
    <p:spTree>
      <p:nvGrpSpPr>
        <p:cNvPr id="1" name=""/>
        <p:cNvGrpSpPr/>
        <p:nvPr/>
      </p:nvGrpSpPr>
      <p:grpSpPr>
        <a:xfrm>
          <a:off x="0" y="0"/>
          <a:ext cx="0" cy="0"/>
          <a:chOff x="0" y="0"/>
          <a:chExt cx="0" cy="0"/>
        </a:xfrm>
      </p:grpSpPr>
      <p:sp>
        <p:nvSpPr>
          <p:cNvPr id="2" name="Invisible H1 Title">
            <a:extLst>
              <a:ext uri="{FF2B5EF4-FFF2-40B4-BE49-F238E27FC236}">
                <a16:creationId xmlns:a16="http://schemas.microsoft.com/office/drawing/2014/main" id="{D197014B-C43D-B34F-A577-29627A8119DB}"/>
              </a:ext>
            </a:extLst>
          </p:cNvPr>
          <p:cNvSpPr>
            <a:spLocks noGrp="1"/>
          </p:cNvSpPr>
          <p:nvPr>
            <p:ph type="title"/>
          </p:nvPr>
        </p:nvSpPr>
        <p:spPr>
          <a:xfrm>
            <a:off x="457200" y="-963602"/>
            <a:ext cx="8229600" cy="857250"/>
          </a:xfrm>
        </p:spPr>
        <p:txBody>
          <a:bodyPr>
            <a:normAutofit/>
          </a:bodyPr>
          <a:lstStyle>
            <a:lvl1pPr>
              <a:defRPr sz="3200">
                <a:solidFill>
                  <a:srgbClr val="FF0000"/>
                </a:solidFill>
              </a:defRPr>
            </a:lvl1pPr>
          </a:lstStyle>
          <a:p>
            <a:r>
              <a:rPr lang="en-US"/>
              <a:t>Click to edit Master title style</a:t>
            </a:r>
            <a:endParaRPr lang="en-US" dirty="0"/>
          </a:p>
        </p:txBody>
      </p:sp>
      <p:sp>
        <p:nvSpPr>
          <p:cNvPr id="5" name="Full Bleed Video">
            <a:extLst>
              <a:ext uri="{FF2B5EF4-FFF2-40B4-BE49-F238E27FC236}">
                <a16:creationId xmlns:a16="http://schemas.microsoft.com/office/drawing/2014/main" id="{E64AE5ED-FB71-2940-A0AA-8B776317FAB2}"/>
              </a:ext>
            </a:extLst>
          </p:cNvPr>
          <p:cNvSpPr>
            <a:spLocks noGrp="1"/>
          </p:cNvSpPr>
          <p:nvPr>
            <p:ph type="media" sz="quarter" idx="10"/>
          </p:nvPr>
        </p:nvSpPr>
        <p:spPr>
          <a:xfrm>
            <a:off x="-45720" y="-34290"/>
            <a:ext cx="9235440" cy="5212080"/>
          </a:xfrm>
        </p:spPr>
        <p:txBody>
          <a:bodyPr/>
          <a:lstStyle/>
          <a:p>
            <a:r>
              <a:rPr lang="en-US"/>
              <a:t>Click icon to add media</a:t>
            </a:r>
          </a:p>
        </p:txBody>
      </p:sp>
    </p:spTree>
    <p:extLst>
      <p:ext uri="{BB962C8B-B14F-4D97-AF65-F5344CB8AC3E}">
        <p14:creationId xmlns:p14="http://schemas.microsoft.com/office/powerpoint/2010/main" val="32385978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Slide">
  <p:cSld name="1_Section Slid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57200" y="1785462"/>
            <a:ext cx="8229600" cy="85725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4400"/>
              <a:buFont typeface="Arial"/>
              <a:buNone/>
              <a:defRPr sz="4400" b="1" i="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body" idx="1"/>
          </p:nvPr>
        </p:nvSpPr>
        <p:spPr>
          <a:xfrm>
            <a:off x="457200" y="2529642"/>
            <a:ext cx="8229600" cy="679450"/>
          </a:xfrm>
          <a:prstGeom prst="rect">
            <a:avLst/>
          </a:prstGeom>
          <a:noFill/>
          <a:ln>
            <a:noFill/>
          </a:ln>
        </p:spPr>
        <p:txBody>
          <a:bodyPr spcFirstLastPara="1" wrap="square" lIns="91425" tIns="45700" rIns="91425" bIns="45700" anchor="t" anchorCtr="0">
            <a:normAutofit/>
          </a:bodyPr>
          <a:lstStyle>
            <a:lvl1pPr marL="457200" lvl="0" indent="-228600" algn="ctr">
              <a:spcBef>
                <a:spcPts val="480"/>
              </a:spcBef>
              <a:spcAft>
                <a:spcPts val="0"/>
              </a:spcAft>
              <a:buClr>
                <a:schemeClr val="lt1"/>
              </a:buClr>
              <a:buSzPts val="2400"/>
              <a:buNone/>
              <a:defRPr sz="2400">
                <a:solidFill>
                  <a:schemeClr val="lt1"/>
                </a:solidFill>
              </a:defRPr>
            </a:lvl1pPr>
            <a:lvl2pPr marL="914400" lvl="1" indent="-228600" algn="l">
              <a:spcBef>
                <a:spcPts val="360"/>
              </a:spcBef>
              <a:spcAft>
                <a:spcPts val="0"/>
              </a:spcAft>
              <a:buClr>
                <a:schemeClr val="dk1"/>
              </a:buClr>
              <a:buSzPts val="1800"/>
              <a:buNone/>
              <a:defRPr/>
            </a:lvl2pPr>
            <a:lvl3pPr marL="1371600" lvl="2" indent="-228600" algn="l">
              <a:spcBef>
                <a:spcPts val="360"/>
              </a:spcBef>
              <a:spcAft>
                <a:spcPts val="0"/>
              </a:spcAft>
              <a:buClr>
                <a:schemeClr val="dk1"/>
              </a:buClr>
              <a:buSzPts val="1800"/>
              <a:buNone/>
              <a:defRPr/>
            </a:lvl3pPr>
            <a:lvl4pPr marL="1828800" lvl="3" indent="-228600" algn="l">
              <a:spcBef>
                <a:spcPts val="400"/>
              </a:spcBef>
              <a:spcAft>
                <a:spcPts val="0"/>
              </a:spcAft>
              <a:buClr>
                <a:schemeClr val="dk1"/>
              </a:buClr>
              <a:buSzPts val="2000"/>
              <a:buNone/>
              <a:defRPr/>
            </a:lvl4pPr>
            <a:lvl5pPr marL="2286000" lvl="4" indent="-228600" algn="l">
              <a:spcBef>
                <a:spcPts val="400"/>
              </a:spcBef>
              <a:spcAft>
                <a:spcPts val="0"/>
              </a:spcAft>
              <a:buClr>
                <a:schemeClr val="dk1"/>
              </a:buClr>
              <a:buSzPts val="20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34141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Slide">
  <p:cSld name="1_Content Slide">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57200" y="238999"/>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4"/>
          <p:cNvSpPr txBox="1">
            <a:spLocks noGrp="1"/>
          </p:cNvSpPr>
          <p:nvPr>
            <p:ph type="body" idx="1"/>
          </p:nvPr>
        </p:nvSpPr>
        <p:spPr>
          <a:xfrm>
            <a:off x="457200" y="837565"/>
            <a:ext cx="8229600" cy="338456"/>
          </a:xfrm>
          <a:prstGeom prst="rect">
            <a:avLst/>
          </a:prstGeom>
          <a:noFill/>
          <a:ln>
            <a:noFill/>
          </a:ln>
        </p:spPr>
        <p:txBody>
          <a:bodyPr spcFirstLastPara="1" wrap="square" lIns="91425" tIns="45700" rIns="91425" bIns="45700" anchor="t" anchorCtr="0">
            <a:noAutofit/>
          </a:bodyPr>
          <a:lstStyle>
            <a:lvl1pPr marL="457200" lvl="0" indent="-228600" algn="ctr">
              <a:spcBef>
                <a:spcPts val="400"/>
              </a:spcBef>
              <a:spcAft>
                <a:spcPts val="0"/>
              </a:spcAft>
              <a:buClr>
                <a:srgbClr val="00599B"/>
              </a:buClr>
              <a:buSzPts val="2000"/>
              <a:buNone/>
              <a:defRPr sz="2000">
                <a:solidFill>
                  <a:srgbClr val="00599B"/>
                </a:solidFill>
              </a:defRPr>
            </a:lvl1pPr>
            <a:lvl2pPr marL="914400" lvl="1" indent="-228600" algn="l">
              <a:spcBef>
                <a:spcPts val="480"/>
              </a:spcBef>
              <a:spcAft>
                <a:spcPts val="0"/>
              </a:spcAft>
              <a:buClr>
                <a:srgbClr val="00599B"/>
              </a:buClr>
              <a:buSzPts val="2400"/>
              <a:buNone/>
              <a:defRPr sz="2400">
                <a:solidFill>
                  <a:srgbClr val="00599B"/>
                </a:solidFill>
              </a:defRPr>
            </a:lvl2pPr>
            <a:lvl3pPr marL="1371600" lvl="2" indent="-228600" algn="l">
              <a:spcBef>
                <a:spcPts val="480"/>
              </a:spcBef>
              <a:spcAft>
                <a:spcPts val="0"/>
              </a:spcAft>
              <a:buClr>
                <a:srgbClr val="00599B"/>
              </a:buClr>
              <a:buSzPts val="2400"/>
              <a:buNone/>
              <a:defRPr sz="2400">
                <a:solidFill>
                  <a:srgbClr val="00599B"/>
                </a:solidFill>
              </a:defRPr>
            </a:lvl3pPr>
            <a:lvl4pPr marL="1828800" lvl="3" indent="-228600" algn="l">
              <a:spcBef>
                <a:spcPts val="480"/>
              </a:spcBef>
              <a:spcAft>
                <a:spcPts val="0"/>
              </a:spcAft>
              <a:buClr>
                <a:srgbClr val="00599B"/>
              </a:buClr>
              <a:buSzPts val="2400"/>
              <a:buNone/>
              <a:defRPr sz="2400">
                <a:solidFill>
                  <a:srgbClr val="00599B"/>
                </a:solidFill>
              </a:defRPr>
            </a:lvl4pPr>
            <a:lvl5pPr marL="2286000" lvl="4" indent="-228600" algn="l">
              <a:spcBef>
                <a:spcPts val="480"/>
              </a:spcBef>
              <a:spcAft>
                <a:spcPts val="0"/>
              </a:spcAft>
              <a:buClr>
                <a:srgbClr val="00599B"/>
              </a:buClr>
              <a:buSzPts val="2400"/>
              <a:buNone/>
              <a:defRPr sz="2400">
                <a:solidFill>
                  <a:srgbClr val="00599B"/>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 name="Google Shape;21;p4"/>
          <p:cNvSpPr txBox="1">
            <a:spLocks noGrp="1"/>
          </p:cNvSpPr>
          <p:nvPr>
            <p:ph type="body" idx="2"/>
          </p:nvPr>
        </p:nvSpPr>
        <p:spPr>
          <a:xfrm>
            <a:off x="457200" y="1310641"/>
            <a:ext cx="8229600" cy="3098800"/>
          </a:xfrm>
          <a:prstGeom prst="rect">
            <a:avLst/>
          </a:prstGeom>
          <a:noFill/>
          <a:ln>
            <a:noFill/>
          </a:ln>
        </p:spPr>
        <p:txBody>
          <a:bodyPr spcFirstLastPara="1" wrap="square" lIns="91425" tIns="45700" rIns="91425" bIns="45700" anchor="t" anchorCtr="0">
            <a:normAutofit/>
          </a:bodyPr>
          <a:lstStyle>
            <a:lvl1pPr marL="457200" lvl="0" indent="-330200" algn="l">
              <a:spcBef>
                <a:spcPts val="320"/>
              </a:spcBef>
              <a:spcAft>
                <a:spcPts val="0"/>
              </a:spcAft>
              <a:buClr>
                <a:schemeClr val="dk1"/>
              </a:buClr>
              <a:buSzPts val="1600"/>
              <a:buFont typeface="Noto Sans Symbols"/>
              <a:buChar char="▪"/>
              <a:defRPr sz="1600"/>
            </a:lvl1pPr>
            <a:lvl2pPr marL="914400" lvl="1" indent="-330200" algn="l">
              <a:spcBef>
                <a:spcPts val="320"/>
              </a:spcBef>
              <a:spcAft>
                <a:spcPts val="0"/>
              </a:spcAft>
              <a:buClr>
                <a:schemeClr val="dk1"/>
              </a:buClr>
              <a:buSzPts val="1600"/>
              <a:buFont typeface="Noto Sans Symbols"/>
              <a:buChar char="▪"/>
              <a:defRPr sz="1600"/>
            </a:lvl2pPr>
            <a:lvl3pPr marL="1371600" lvl="2" indent="-330200" algn="l">
              <a:spcBef>
                <a:spcPts val="320"/>
              </a:spcBef>
              <a:spcAft>
                <a:spcPts val="0"/>
              </a:spcAft>
              <a:buClr>
                <a:schemeClr val="dk1"/>
              </a:buClr>
              <a:buSzPts val="1600"/>
              <a:buFont typeface="Noto Sans Symbols"/>
              <a:buChar char="▪"/>
              <a:defRPr sz="1600"/>
            </a:lvl3pPr>
            <a:lvl4pPr marL="1828800" lvl="3" indent="-330200" algn="l">
              <a:spcBef>
                <a:spcPts val="320"/>
              </a:spcBef>
              <a:spcAft>
                <a:spcPts val="0"/>
              </a:spcAft>
              <a:buClr>
                <a:schemeClr val="dk1"/>
              </a:buClr>
              <a:buSzPts val="1600"/>
              <a:buFont typeface="Noto Sans Symbols"/>
              <a:buChar char="▪"/>
              <a:defRPr sz="1600"/>
            </a:lvl4pPr>
            <a:lvl5pPr marL="2286000" lvl="4" indent="-342900" algn="l">
              <a:spcBef>
                <a:spcPts val="360"/>
              </a:spcBef>
              <a:spcAft>
                <a:spcPts val="0"/>
              </a:spcAft>
              <a:buClr>
                <a:schemeClr val="dk1"/>
              </a:buClr>
              <a:buSzPts val="1800"/>
              <a:buFont typeface="Noto Sans Symbols"/>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Tree>
    <p:extLst>
      <p:ext uri="{BB962C8B-B14F-4D97-AF65-F5344CB8AC3E}">
        <p14:creationId xmlns:p14="http://schemas.microsoft.com/office/powerpoint/2010/main" val="2098252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H1 Title"/>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Body Content"/>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84154639"/>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5" r:id="rId3"/>
    <p:sldLayoutId id="2147483666" r:id="rId4"/>
    <p:sldLayoutId id="2147483654" r:id="rId5"/>
    <p:sldLayoutId id="2147483650" r:id="rId6"/>
    <p:sldLayoutId id="2147483652" r:id="rId7"/>
    <p:sldLayoutId id="2147483664" r:id="rId8"/>
    <p:sldLayoutId id="2147483659" r:id="rId9"/>
    <p:sldLayoutId id="2147483662" r:id="rId10"/>
    <p:sldLayoutId id="2147483660" r:id="rId11"/>
    <p:sldLayoutId id="2147483661" r:id="rId12"/>
    <p:sldLayoutId id="2147483667" r:id="rId13"/>
    <p:sldLayoutId id="2147483668" r:id="rId14"/>
  </p:sldLayoutIdLst>
  <p:txStyles>
    <p:titleStyle>
      <a:lvl1pPr algn="ctr" defTabSz="457200" rtl="0" eaLnBrk="1" latinLnBrk="0" hangingPunct="1">
        <a:spcBef>
          <a:spcPct val="0"/>
        </a:spcBef>
        <a:buNone/>
        <a:defRPr sz="3500" b="1" i="0"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Wingdings" pitchFamily="2" charset="2"/>
        <a:buChar char="§"/>
        <a:defRPr sz="1800" b="0" i="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Wingdings" pitchFamily="2" charset="2"/>
        <a:buChar char="§"/>
        <a:defRPr sz="1800" b="0" i="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Wingdings" pitchFamily="2" charset="2"/>
        <a:buChar char="§"/>
        <a:defRPr sz="1800" b="0" i="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Helvetica" pitchFamily="2"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Helvetica" pitchFamily="2"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4.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723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247625" y="731451"/>
            <a:ext cx="8229600" cy="933300"/>
          </a:xfrm>
          <a:prstGeom prst="rect">
            <a:avLst/>
          </a:prstGeom>
          <a:noFill/>
          <a:ln>
            <a:noFill/>
          </a:ln>
        </p:spPr>
        <p:txBody>
          <a:bodyPr spcFirstLastPara="1" wrap="square" lIns="91425" tIns="45700" rIns="91425" bIns="45700" anchor="ctr" anchorCtr="0">
            <a:noAutofit/>
          </a:bodyPr>
          <a:lstStyle/>
          <a:p>
            <a:r>
              <a:rPr lang="en-IN" sz="3200" b="0" i="0" dirty="0">
                <a:effectLst/>
                <a:latin typeface="system-ui"/>
              </a:rPr>
              <a:t>Customer Segmentation Analysis</a:t>
            </a:r>
            <a:endParaRPr sz="6600" dirty="0"/>
          </a:p>
        </p:txBody>
      </p:sp>
      <p:sp>
        <p:nvSpPr>
          <p:cNvPr id="84" name="Google Shape;84;p15"/>
          <p:cNvSpPr txBox="1">
            <a:spLocks noGrp="1"/>
          </p:cNvSpPr>
          <p:nvPr>
            <p:ph type="body" idx="1"/>
          </p:nvPr>
        </p:nvSpPr>
        <p:spPr>
          <a:xfrm>
            <a:off x="4247536" y="3507690"/>
            <a:ext cx="4744072" cy="1242109"/>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lt1"/>
              </a:buClr>
              <a:buSzPct val="100000"/>
              <a:buNone/>
            </a:pPr>
            <a:r>
              <a:rPr lang="en-US" sz="1600" dirty="0"/>
              <a:t>Trupti Shailendra Gandhi (1002202261)</a:t>
            </a:r>
            <a:endParaRPr sz="1600" dirty="0"/>
          </a:p>
          <a:p>
            <a:pPr marL="0" lvl="0" indent="0" algn="just" rtl="0">
              <a:spcBef>
                <a:spcPts val="0"/>
              </a:spcBef>
              <a:spcAft>
                <a:spcPts val="0"/>
              </a:spcAft>
              <a:buClr>
                <a:schemeClr val="lt1"/>
              </a:buClr>
              <a:buSzPct val="100000"/>
              <a:buNone/>
            </a:pPr>
            <a:r>
              <a:rPr lang="en-US" sz="1600" dirty="0"/>
              <a:t>Girish </a:t>
            </a:r>
            <a:r>
              <a:rPr lang="en-US" sz="1600" dirty="0" err="1"/>
              <a:t>Sunkadakatte</a:t>
            </a:r>
            <a:r>
              <a:rPr lang="en-US" sz="1600" dirty="0"/>
              <a:t> </a:t>
            </a:r>
            <a:r>
              <a:rPr lang="en-US" sz="1600" dirty="0" err="1"/>
              <a:t>Chandrappa</a:t>
            </a:r>
            <a:r>
              <a:rPr lang="en-US" sz="1600" dirty="0"/>
              <a:t> (100221727)</a:t>
            </a:r>
            <a:endParaRPr sz="1600" dirty="0"/>
          </a:p>
        </p:txBody>
      </p:sp>
      <p:sp>
        <p:nvSpPr>
          <p:cNvPr id="2" name="TextBox 1">
            <a:extLst>
              <a:ext uri="{FF2B5EF4-FFF2-40B4-BE49-F238E27FC236}">
                <a16:creationId xmlns:a16="http://schemas.microsoft.com/office/drawing/2014/main" id="{9295ACB0-F0F0-F135-C256-AFF82E42884B}"/>
              </a:ext>
            </a:extLst>
          </p:cNvPr>
          <p:cNvSpPr txBox="1"/>
          <p:nvPr/>
        </p:nvSpPr>
        <p:spPr>
          <a:xfrm>
            <a:off x="2718117" y="2014250"/>
            <a:ext cx="3707766" cy="523220"/>
          </a:xfrm>
          <a:prstGeom prst="rect">
            <a:avLst/>
          </a:prstGeom>
          <a:noFill/>
        </p:spPr>
        <p:txBody>
          <a:bodyPr wrap="square" rtlCol="0">
            <a:spAutoFit/>
          </a:bodyPr>
          <a:lstStyle/>
          <a:p>
            <a:r>
              <a:rPr lang="en-US" sz="2800" dirty="0">
                <a:solidFill>
                  <a:schemeClr val="lt1"/>
                </a:solidFill>
                <a:latin typeface="system-ui"/>
                <a:ea typeface="+mj-ea"/>
                <a:cs typeface="Arial" panose="020B0604020202020204" pitchFamily="34" charset="0"/>
              </a:rPr>
              <a:t>Group : The Data Bees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6"/>
          <p:cNvSpPr txBox="1">
            <a:spLocks noGrp="1"/>
          </p:cNvSpPr>
          <p:nvPr>
            <p:ph type="title"/>
          </p:nvPr>
        </p:nvSpPr>
        <p:spPr>
          <a:xfrm>
            <a:off x="125358" y="506694"/>
            <a:ext cx="8229600" cy="857400"/>
          </a:xfrm>
          <a:prstGeom prst="rect">
            <a:avLst/>
          </a:prstGeom>
          <a:noFill/>
          <a:ln>
            <a:noFill/>
          </a:ln>
        </p:spPr>
        <p:txBody>
          <a:bodyPr spcFirstLastPara="1" wrap="square" lIns="91425" tIns="45700" rIns="91425" bIns="45700" anchor="ctr" anchorCtr="0">
            <a:normAutofit/>
          </a:bodyPr>
          <a:lstStyle/>
          <a:p>
            <a:pPr marL="0" lvl="0" indent="0" rtl="0">
              <a:spcBef>
                <a:spcPts val="0"/>
              </a:spcBef>
              <a:spcAft>
                <a:spcPts val="0"/>
              </a:spcAft>
              <a:buClr>
                <a:schemeClr val="dk1"/>
              </a:buClr>
              <a:buSzPts val="3200"/>
              <a:buFont typeface="Arial"/>
              <a:buNone/>
            </a:pPr>
            <a:r>
              <a:rPr lang="en-US" sz="2400" dirty="0"/>
              <a:t>Problem Statement</a:t>
            </a:r>
            <a:endParaRPr sz="2400" dirty="0"/>
          </a:p>
        </p:txBody>
      </p:sp>
      <p:sp>
        <p:nvSpPr>
          <p:cNvPr id="91" name="Google Shape;91;p16"/>
          <p:cNvSpPr txBox="1">
            <a:spLocks noGrp="1"/>
          </p:cNvSpPr>
          <p:nvPr>
            <p:ph type="body" idx="2"/>
          </p:nvPr>
        </p:nvSpPr>
        <p:spPr>
          <a:xfrm>
            <a:off x="51620" y="1215895"/>
            <a:ext cx="8229600" cy="3164376"/>
          </a:xfrm>
          <a:prstGeom prst="rect">
            <a:avLst/>
          </a:prstGeom>
          <a:noFill/>
          <a:ln>
            <a:noFill/>
          </a:ln>
        </p:spPr>
        <p:txBody>
          <a:bodyPr spcFirstLastPara="1" wrap="square" lIns="91425" tIns="45700" rIns="91425" bIns="45700" anchor="t" anchorCtr="0">
            <a:normAutofit/>
          </a:bodyPr>
          <a:lstStyle/>
          <a:p>
            <a:pPr marL="127000" lvl="0" indent="0" algn="just" rtl="0">
              <a:spcBef>
                <a:spcPts val="600"/>
              </a:spcBef>
              <a:spcAft>
                <a:spcPts val="0"/>
              </a:spcAft>
              <a:buSzPts val="1600"/>
              <a:buNone/>
            </a:pPr>
            <a:r>
              <a:rPr lang="en-US" sz="1400" dirty="0"/>
              <a:t>	Current marketing strategy lacks a clear understanding of customer behavior and response patterns across different campaigns. Without effectively utilizing available data such as demographics, purchase history, and previous campaign acceptance the company struggles to optimize targeting and improve campaign outcomes.</a:t>
            </a:r>
          </a:p>
          <a:p>
            <a:pPr marL="127000" lvl="0" indent="0" algn="just" rtl="0">
              <a:spcBef>
                <a:spcPts val="600"/>
              </a:spcBef>
              <a:spcAft>
                <a:spcPts val="0"/>
              </a:spcAft>
              <a:buSzPts val="1600"/>
              <a:buNone/>
            </a:pPr>
            <a:endParaRPr lang="en-US" sz="1100" dirty="0"/>
          </a:p>
          <a:p>
            <a:pPr marL="127000" lvl="0" indent="0" algn="just" rtl="0">
              <a:spcBef>
                <a:spcPts val="600"/>
              </a:spcBef>
              <a:spcAft>
                <a:spcPts val="0"/>
              </a:spcAft>
              <a:buSzPts val="1600"/>
              <a:buNone/>
            </a:pPr>
            <a:endParaRPr lang="en-US" sz="1100" dirty="0"/>
          </a:p>
          <a:p>
            <a:pPr marL="127000" lvl="0" indent="0" algn="ctr" rtl="0">
              <a:spcBef>
                <a:spcPts val="600"/>
              </a:spcBef>
              <a:spcAft>
                <a:spcPts val="0"/>
              </a:spcAft>
              <a:buSzPts val="1600"/>
              <a:buNone/>
            </a:pPr>
            <a:r>
              <a:rPr lang="en-IN" sz="2400" b="1" dirty="0">
                <a:ea typeface="+mj-ea"/>
              </a:rPr>
              <a:t>Project Focus</a:t>
            </a:r>
            <a:endParaRPr lang="en-US" sz="2400" b="1" dirty="0">
              <a:ea typeface="+mj-ea"/>
            </a:endParaRPr>
          </a:p>
          <a:p>
            <a:pPr marL="127000" lvl="0" indent="0" algn="just" rtl="0">
              <a:spcBef>
                <a:spcPts val="600"/>
              </a:spcBef>
              <a:spcAft>
                <a:spcPts val="0"/>
              </a:spcAft>
              <a:buSzPts val="1600"/>
              <a:buNone/>
            </a:pPr>
            <a:r>
              <a:rPr lang="en-US" sz="1400" dirty="0"/>
              <a:t>	This project aims to build a model to predict customer response to marketing campaigns, identify key influencing factors, and help the company enhance customer targeting, boost campaign performance, and reduce marketing costs.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title"/>
          </p:nvPr>
        </p:nvSpPr>
        <p:spPr>
          <a:xfrm>
            <a:off x="-44675" y="10400"/>
            <a:ext cx="5410800" cy="857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Dataset Description</a:t>
            </a:r>
            <a:endParaRPr/>
          </a:p>
        </p:txBody>
      </p:sp>
      <p:graphicFrame>
        <p:nvGraphicFramePr>
          <p:cNvPr id="98" name="Google Shape;98;p17"/>
          <p:cNvGraphicFramePr/>
          <p:nvPr>
            <p:extLst>
              <p:ext uri="{D42A27DB-BD31-4B8C-83A1-F6EECF244321}">
                <p14:modId xmlns:p14="http://schemas.microsoft.com/office/powerpoint/2010/main" val="2953930612"/>
              </p:ext>
            </p:extLst>
          </p:nvPr>
        </p:nvGraphicFramePr>
        <p:xfrm>
          <a:off x="501446" y="1660545"/>
          <a:ext cx="8443454" cy="2699442"/>
        </p:xfrm>
        <a:graphic>
          <a:graphicData uri="http://schemas.openxmlformats.org/drawingml/2006/table">
            <a:tbl>
              <a:tblPr>
                <a:noFill/>
              </a:tblPr>
              <a:tblGrid>
                <a:gridCol w="2026430">
                  <a:extLst>
                    <a:ext uri="{9D8B030D-6E8A-4147-A177-3AD203B41FA5}">
                      <a16:colId xmlns:a16="http://schemas.microsoft.com/office/drawing/2014/main" val="20000"/>
                    </a:ext>
                  </a:extLst>
                </a:gridCol>
                <a:gridCol w="6417024">
                  <a:extLst>
                    <a:ext uri="{9D8B030D-6E8A-4147-A177-3AD203B41FA5}">
                      <a16:colId xmlns:a16="http://schemas.microsoft.com/office/drawing/2014/main" val="20001"/>
                    </a:ext>
                  </a:extLst>
                </a:gridCol>
              </a:tblGrid>
              <a:tr h="359236">
                <a:tc>
                  <a:txBody>
                    <a:bodyPr/>
                    <a:lstStyle/>
                    <a:p>
                      <a:pPr lvl="0" algn="l" fontAlgn="ctr"/>
                      <a:r>
                        <a:rPr lang="en-IN" sz="1000" b="1" i="0" u="none" strike="noStrike" dirty="0">
                          <a:solidFill>
                            <a:srgbClr val="000000"/>
                          </a:solidFill>
                          <a:effectLst/>
                          <a:latin typeface="+mj-lt"/>
                        </a:rPr>
                        <a:t> Category</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9FC5E8"/>
                    </a:solidFill>
                  </a:tcPr>
                </a:tc>
                <a:tc>
                  <a:txBody>
                    <a:bodyPr/>
                    <a:lstStyle/>
                    <a:p>
                      <a:pPr lvl="0" algn="l" fontAlgn="ctr"/>
                      <a:r>
                        <a:rPr lang="en-IN" sz="1000" b="1" i="0" u="none" strike="noStrike" dirty="0">
                          <a:solidFill>
                            <a:srgbClr val="000000"/>
                          </a:solidFill>
                          <a:effectLst/>
                          <a:latin typeface="+mj-lt"/>
                        </a:rPr>
                        <a:t> Features</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9FC5E8"/>
                    </a:solidFill>
                  </a:tcPr>
                </a:tc>
                <a:extLst>
                  <a:ext uri="{0D108BD9-81ED-4DB2-BD59-A6C34878D82A}">
                    <a16:rowId xmlns:a16="http://schemas.microsoft.com/office/drawing/2014/main" val="10000"/>
                  </a:ext>
                </a:extLst>
              </a:tr>
              <a:tr h="317768">
                <a:tc>
                  <a:txBody>
                    <a:bodyPr/>
                    <a:lstStyle/>
                    <a:p>
                      <a:pPr lvl="0" algn="l" fontAlgn="ctr"/>
                      <a:r>
                        <a:rPr lang="en-IN" sz="1000" b="1" i="0" u="none" strike="noStrike" dirty="0">
                          <a:solidFill>
                            <a:srgbClr val="000000"/>
                          </a:solidFill>
                          <a:effectLst/>
                          <a:latin typeface="Arial" panose="020B0604020202020204" pitchFamily="34" charset="0"/>
                          <a:cs typeface="Arial" panose="020B0604020202020204" pitchFamily="34" charset="0"/>
                        </a:rPr>
                        <a:t> Demographic</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tc>
                  <a:txBody>
                    <a:bodyPr/>
                    <a:lstStyle/>
                    <a:p>
                      <a:pPr lvl="0" algn="l" fontAlgn="ctr"/>
                      <a:r>
                        <a:rPr lang="en-US" sz="1000" b="0" i="0" u="none" strike="noStrike" dirty="0">
                          <a:solidFill>
                            <a:srgbClr val="000000"/>
                          </a:solidFill>
                          <a:effectLst/>
                          <a:latin typeface="Arial" panose="020B0604020202020204" pitchFamily="34" charset="0"/>
                          <a:cs typeface="Arial" panose="020B0604020202020204" pitchFamily="34" charset="0"/>
                        </a:rPr>
                        <a:t> ID, Year_Birth, Education, Marital, Kidhome, Teenhome, Income</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356378">
                <a:tc>
                  <a:txBody>
                    <a:bodyPr/>
                    <a:lstStyle/>
                    <a:p>
                      <a:pPr lvl="0" algn="l" fontAlgn="ctr"/>
                      <a:r>
                        <a:rPr lang="en-IN" sz="1000" b="1" i="0" u="none" strike="noStrike" dirty="0">
                          <a:solidFill>
                            <a:srgbClr val="000000"/>
                          </a:solidFill>
                          <a:effectLst/>
                          <a:latin typeface="Arial" panose="020B0604020202020204" pitchFamily="34" charset="0"/>
                          <a:cs typeface="Arial" panose="020B0604020202020204" pitchFamily="34" charset="0"/>
                        </a:rPr>
                        <a:t> Purchase Behaviour</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tc>
                  <a:txBody>
                    <a:bodyPr/>
                    <a:lstStyle/>
                    <a:p>
                      <a:pPr lvl="0" algn="l" fontAlgn="ctr"/>
                      <a:r>
                        <a:rPr lang="en-IN" sz="1000" b="0" i="0" u="none" strike="noStrike" dirty="0">
                          <a:solidFill>
                            <a:srgbClr val="000000"/>
                          </a:solidFill>
                          <a:effectLst/>
                          <a:latin typeface="Arial" panose="020B0604020202020204" pitchFamily="34" charset="0"/>
                          <a:cs typeface="Arial" panose="020B0604020202020204" pitchFamily="34" charset="0"/>
                        </a:rPr>
                        <a:t> MntFishProducts, MntMeatProducts, MntFruits, MntSweetProducts, MntWines, MntGoldProds</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extLst>
                  <a:ext uri="{0D108BD9-81ED-4DB2-BD59-A6C34878D82A}">
                    <a16:rowId xmlns:a16="http://schemas.microsoft.com/office/drawing/2014/main" val="10002"/>
                  </a:ext>
                </a:extLst>
              </a:tr>
              <a:tr h="356378">
                <a:tc>
                  <a:txBody>
                    <a:bodyPr/>
                    <a:lstStyle/>
                    <a:p>
                      <a:pPr lvl="0" algn="l" fontAlgn="ctr"/>
                      <a:r>
                        <a:rPr lang="en-IN" sz="1000" b="1" i="0" u="none" strike="noStrike" dirty="0">
                          <a:solidFill>
                            <a:srgbClr val="000000"/>
                          </a:solidFill>
                          <a:effectLst/>
                          <a:latin typeface="Arial" panose="020B0604020202020204" pitchFamily="34" charset="0"/>
                          <a:cs typeface="Arial" panose="020B0604020202020204" pitchFamily="34" charset="0"/>
                        </a:rPr>
                        <a:t> Purchase Channels</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tc>
                  <a:txBody>
                    <a:bodyPr/>
                    <a:lstStyle/>
                    <a:p>
                      <a:pPr lvl="0" algn="l" fontAlgn="ctr"/>
                      <a:r>
                        <a:rPr lang="en-IN" sz="1000" b="0" i="0" u="none" strike="noStrike" dirty="0">
                          <a:solidFill>
                            <a:srgbClr val="000000"/>
                          </a:solidFill>
                          <a:effectLst/>
                          <a:latin typeface="Arial" panose="020B0604020202020204" pitchFamily="34" charset="0"/>
                          <a:cs typeface="Arial" panose="020B0604020202020204" pitchFamily="34" charset="0"/>
                        </a:rPr>
                        <a:t> NumDealsPurchases, NumCatalogPurchases, NumStorePurchases, NumWebPurchases, NumWebVisitsMonth</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extLst>
                  <a:ext uri="{0D108BD9-81ED-4DB2-BD59-A6C34878D82A}">
                    <a16:rowId xmlns:a16="http://schemas.microsoft.com/office/drawing/2014/main" val="10003"/>
                  </a:ext>
                </a:extLst>
              </a:tr>
              <a:tr h="356378">
                <a:tc>
                  <a:txBody>
                    <a:bodyPr/>
                    <a:lstStyle/>
                    <a:p>
                      <a:pPr lvl="0" algn="l" fontAlgn="ctr"/>
                      <a:r>
                        <a:rPr lang="en-IN" sz="1000" b="1" i="0" u="none" strike="noStrike" dirty="0">
                          <a:solidFill>
                            <a:srgbClr val="000000"/>
                          </a:solidFill>
                          <a:effectLst/>
                          <a:latin typeface="Arial" panose="020B0604020202020204" pitchFamily="34" charset="0"/>
                          <a:cs typeface="Arial" panose="020B0604020202020204" pitchFamily="34" charset="0"/>
                        </a:rPr>
                        <a:t> Campaign Interaction</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tc>
                  <a:txBody>
                    <a:bodyPr/>
                    <a:lstStyle/>
                    <a:p>
                      <a:pPr lvl="0" algn="l" fontAlgn="ctr"/>
                      <a:r>
                        <a:rPr lang="en-US" sz="1000" b="0" i="0" u="none" strike="noStrike" dirty="0">
                          <a:solidFill>
                            <a:srgbClr val="000000"/>
                          </a:solidFill>
                          <a:effectLst/>
                          <a:latin typeface="Arial" panose="020B0604020202020204" pitchFamily="34" charset="0"/>
                          <a:cs typeface="Arial" panose="020B0604020202020204" pitchFamily="34" charset="0"/>
                        </a:rPr>
                        <a:t> AcceptedCmp1, AcceptedCmp2, AcceptedCmp3, AcceptedCmp4, AcceptedCmp5, Response</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extLst>
                  <a:ext uri="{0D108BD9-81ED-4DB2-BD59-A6C34878D82A}">
                    <a16:rowId xmlns:a16="http://schemas.microsoft.com/office/drawing/2014/main" val="10004"/>
                  </a:ext>
                </a:extLst>
              </a:tr>
              <a:tr h="317768">
                <a:tc>
                  <a:txBody>
                    <a:bodyPr/>
                    <a:lstStyle/>
                    <a:p>
                      <a:pPr lvl="0" algn="l" fontAlgn="ctr"/>
                      <a:r>
                        <a:rPr lang="en-IN" sz="1000" b="1" i="0" u="none" strike="noStrike" dirty="0">
                          <a:solidFill>
                            <a:srgbClr val="000000"/>
                          </a:solidFill>
                          <a:effectLst/>
                          <a:latin typeface="Arial" panose="020B0604020202020204" pitchFamily="34" charset="0"/>
                          <a:cs typeface="Arial" panose="020B0604020202020204" pitchFamily="34" charset="0"/>
                        </a:rPr>
                        <a:t> Customer Interaction</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tc>
                  <a:txBody>
                    <a:bodyPr/>
                    <a:lstStyle/>
                    <a:p>
                      <a:pPr lvl="0" algn="l" fontAlgn="ctr"/>
                      <a:r>
                        <a:rPr lang="en-IN" sz="1000" b="0" i="0" u="none" strike="noStrike" dirty="0">
                          <a:solidFill>
                            <a:srgbClr val="000000"/>
                          </a:solidFill>
                          <a:effectLst/>
                          <a:latin typeface="Arial" panose="020B0604020202020204" pitchFamily="34" charset="0"/>
                          <a:cs typeface="Arial" panose="020B0604020202020204" pitchFamily="34" charset="0"/>
                        </a:rPr>
                        <a:t> Complain, DtCustomer</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extLst>
                  <a:ext uri="{0D108BD9-81ED-4DB2-BD59-A6C34878D82A}">
                    <a16:rowId xmlns:a16="http://schemas.microsoft.com/office/drawing/2014/main" val="10005"/>
                  </a:ext>
                </a:extLst>
              </a:tr>
              <a:tr h="317768">
                <a:tc>
                  <a:txBody>
                    <a:bodyPr/>
                    <a:lstStyle/>
                    <a:p>
                      <a:pPr lvl="0" algn="l" fontAlgn="ctr"/>
                      <a:r>
                        <a:rPr lang="en-IN" sz="1000" b="1" i="0" u="none" strike="noStrike" dirty="0">
                          <a:solidFill>
                            <a:srgbClr val="000000"/>
                          </a:solidFill>
                          <a:effectLst/>
                          <a:latin typeface="Arial" panose="020B0604020202020204" pitchFamily="34" charset="0"/>
                          <a:cs typeface="Arial" panose="020B0604020202020204" pitchFamily="34" charset="0"/>
                        </a:rPr>
                        <a:t> Recency &amp; Engagement</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tc>
                  <a:txBody>
                    <a:bodyPr/>
                    <a:lstStyle/>
                    <a:p>
                      <a:pPr lvl="0" algn="l" fontAlgn="ctr"/>
                      <a:r>
                        <a:rPr lang="en-IN" sz="1000" b="0" i="0" u="none" strike="noStrike" dirty="0">
                          <a:solidFill>
                            <a:srgbClr val="000000"/>
                          </a:solidFill>
                          <a:effectLst/>
                          <a:latin typeface="Arial" panose="020B0604020202020204" pitchFamily="34" charset="0"/>
                          <a:cs typeface="Arial" panose="020B0604020202020204" pitchFamily="34" charset="0"/>
                        </a:rPr>
                        <a:t> Recency</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extLst>
                  <a:ext uri="{0D108BD9-81ED-4DB2-BD59-A6C34878D82A}">
                    <a16:rowId xmlns:a16="http://schemas.microsoft.com/office/drawing/2014/main" val="10006"/>
                  </a:ext>
                </a:extLst>
              </a:tr>
              <a:tr h="317768">
                <a:tc>
                  <a:txBody>
                    <a:bodyPr/>
                    <a:lstStyle/>
                    <a:p>
                      <a:pPr lvl="0" algn="l" fontAlgn="ctr"/>
                      <a:r>
                        <a:rPr lang="en-IN" sz="1000" b="1" i="0" u="none" strike="noStrike" dirty="0">
                          <a:solidFill>
                            <a:srgbClr val="000000"/>
                          </a:solidFill>
                          <a:effectLst/>
                          <a:latin typeface="Arial" panose="020B0604020202020204" pitchFamily="34" charset="0"/>
                          <a:cs typeface="Arial" panose="020B0604020202020204" pitchFamily="34" charset="0"/>
                        </a:rPr>
                        <a:t> Internal Cost Variables</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tc>
                  <a:txBody>
                    <a:bodyPr/>
                    <a:lstStyle/>
                    <a:p>
                      <a:pPr lvl="0" algn="l" fontAlgn="ctr"/>
                      <a:r>
                        <a:rPr lang="en-IN" sz="1000" b="0" i="0" u="none" strike="noStrike" dirty="0">
                          <a:solidFill>
                            <a:srgbClr val="000000"/>
                          </a:solidFill>
                          <a:effectLst/>
                          <a:latin typeface="Arial" panose="020B0604020202020204" pitchFamily="34" charset="0"/>
                          <a:cs typeface="Arial" panose="020B0604020202020204" pitchFamily="34" charset="0"/>
                        </a:rPr>
                        <a:t> Z_CostContact, Z_Revenue</a:t>
                      </a:r>
                    </a:p>
                  </a:txBody>
                  <a:tcPr marL="7620" marR="7620" marT="7620" marB="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FE2F3"/>
                    </a:solidFill>
                  </a:tcPr>
                </a:tc>
                <a:extLst>
                  <a:ext uri="{0D108BD9-81ED-4DB2-BD59-A6C34878D82A}">
                    <a16:rowId xmlns:a16="http://schemas.microsoft.com/office/drawing/2014/main" val="10007"/>
                  </a:ext>
                </a:extLst>
              </a:tr>
            </a:tbl>
          </a:graphicData>
        </a:graphic>
      </p:graphicFrame>
      <p:sp>
        <p:nvSpPr>
          <p:cNvPr id="99" name="Google Shape;99;p17"/>
          <p:cNvSpPr txBox="1"/>
          <p:nvPr/>
        </p:nvSpPr>
        <p:spPr>
          <a:xfrm>
            <a:off x="-74410" y="718050"/>
            <a:ext cx="9100425" cy="1112100"/>
          </a:xfrm>
          <a:prstGeom prst="rect">
            <a:avLst/>
          </a:prstGeom>
          <a:noFill/>
          <a:ln>
            <a:noFill/>
          </a:ln>
        </p:spPr>
        <p:txBody>
          <a:bodyPr spcFirstLastPara="1" wrap="square" lIns="91425" tIns="91425" rIns="91425" bIns="91425" anchor="t" anchorCtr="0">
            <a:noAutofit/>
          </a:bodyPr>
          <a:lstStyle/>
          <a:p>
            <a:pPr marL="457200" lvl="0" indent="-336550" algn="just" rtl="0">
              <a:lnSpc>
                <a:spcPct val="100000"/>
              </a:lnSpc>
              <a:spcBef>
                <a:spcPts val="1200"/>
              </a:spcBef>
              <a:spcAft>
                <a:spcPts val="0"/>
              </a:spcAft>
              <a:buClr>
                <a:schemeClr val="dk1"/>
              </a:buClr>
              <a:buSzPts val="1700"/>
              <a:buChar char="●"/>
            </a:pPr>
            <a:r>
              <a:rPr lang="en-US" sz="1400" dirty="0">
                <a:solidFill>
                  <a:schemeClr val="dk1"/>
                </a:solidFill>
              </a:rPr>
              <a:t>The dataset comprises </a:t>
            </a:r>
            <a:r>
              <a:rPr lang="en-US" sz="1400" b="1" dirty="0">
                <a:solidFill>
                  <a:schemeClr val="accent1"/>
                </a:solidFill>
              </a:rPr>
              <a:t>2240 observations and 29 features</a:t>
            </a:r>
            <a:r>
              <a:rPr lang="en-US" sz="1400" dirty="0">
                <a:solidFill>
                  <a:schemeClr val="dk1"/>
                </a:solidFill>
              </a:rPr>
              <a:t>, including both </a:t>
            </a:r>
            <a:r>
              <a:rPr lang="en-US" sz="1400" b="1" dirty="0">
                <a:solidFill>
                  <a:schemeClr val="accent1"/>
                </a:solidFill>
              </a:rPr>
              <a:t>categorical and numerical variables </a:t>
            </a:r>
            <a:r>
              <a:rPr lang="en-US" sz="1400" dirty="0">
                <a:solidFill>
                  <a:schemeClr val="dk1"/>
                </a:solidFill>
              </a:rPr>
              <a:t>from various domains, aimed at understanding the factors influencing marketing campaign response analysis.</a:t>
            </a:r>
          </a:p>
          <a:p>
            <a:pPr marL="0" lvl="0" indent="0" algn="l" rtl="0">
              <a:lnSpc>
                <a:spcPct val="115000"/>
              </a:lnSpc>
              <a:spcBef>
                <a:spcPts val="1200"/>
              </a:spcBef>
              <a:spcAft>
                <a:spcPts val="1200"/>
              </a:spcAft>
              <a:buNone/>
            </a:pPr>
            <a:r>
              <a:rPr lang="en-US" sz="1400" dirty="0">
                <a:solidFill>
                  <a:schemeClr val="dk1"/>
                </a:solidFill>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8">
            <a:extLst>
              <a:ext uri="{FF2B5EF4-FFF2-40B4-BE49-F238E27FC236}">
                <a16:creationId xmlns:a16="http://schemas.microsoft.com/office/drawing/2014/main" id="{12450C68-D629-4C17-FF85-2CC97A7E94DF}"/>
              </a:ext>
            </a:extLst>
          </p:cNvPr>
          <p:cNvSpPr>
            <a:spLocks noGrp="1"/>
          </p:cNvSpPr>
          <p:nvPr>
            <p:ph type="title"/>
          </p:nvPr>
        </p:nvSpPr>
        <p:spPr>
          <a:xfrm>
            <a:off x="7376" y="81117"/>
            <a:ext cx="8229600" cy="591117"/>
          </a:xfrm>
        </p:spPr>
        <p:txBody>
          <a:bodyPr/>
          <a:lstStyle/>
          <a:p>
            <a:r>
              <a:rPr lang="en-US" dirty="0"/>
              <a:t>Exploratory Data Analysis</a:t>
            </a:r>
            <a:endParaRPr lang="en-IN" dirty="0"/>
          </a:p>
        </p:txBody>
      </p:sp>
      <p:sp>
        <p:nvSpPr>
          <p:cNvPr id="9" name="TextBox 8">
            <a:extLst>
              <a:ext uri="{FF2B5EF4-FFF2-40B4-BE49-F238E27FC236}">
                <a16:creationId xmlns:a16="http://schemas.microsoft.com/office/drawing/2014/main" id="{F6827F97-5D16-5EC4-7541-C5DF61D0320C}"/>
              </a:ext>
            </a:extLst>
          </p:cNvPr>
          <p:cNvSpPr txBox="1"/>
          <p:nvPr/>
        </p:nvSpPr>
        <p:spPr>
          <a:xfrm>
            <a:off x="523822" y="869902"/>
            <a:ext cx="7748752" cy="296087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1400" dirty="0"/>
              <a:t>Majority of customers are seniors (41.3%) indicating that marketing efforts should be tailored to older age groups for maximum engagement.</a:t>
            </a:r>
          </a:p>
          <a:p>
            <a:pPr marL="285750" indent="-285750" algn="just">
              <a:lnSpc>
                <a:spcPct val="150000"/>
              </a:lnSpc>
              <a:buFont typeface="Wingdings" panose="05000000000000000000" pitchFamily="2" charset="2"/>
              <a:buChar char="Ø"/>
            </a:pPr>
            <a:r>
              <a:rPr lang="en-US" sz="1400" dirty="0"/>
              <a:t>Fading Customers are the largest segment with 30.9% who haven't interacted recently but were previously active.</a:t>
            </a:r>
          </a:p>
          <a:p>
            <a:pPr marL="285750" indent="-285750" algn="just">
              <a:lnSpc>
                <a:spcPct val="150000"/>
              </a:lnSpc>
              <a:buFont typeface="Wingdings" panose="05000000000000000000" pitchFamily="2" charset="2"/>
              <a:buChar char="Ø"/>
            </a:pPr>
            <a:r>
              <a:rPr lang="en-US" sz="1400" dirty="0"/>
              <a:t>Recency distribution is uniform which indicates a balanced mix of new and old engaged customers.</a:t>
            </a:r>
          </a:p>
          <a:p>
            <a:pPr marL="285750" indent="-285750" algn="just">
              <a:lnSpc>
                <a:spcPct val="150000"/>
              </a:lnSpc>
              <a:buFont typeface="Wingdings" panose="05000000000000000000" pitchFamily="2" charset="2"/>
              <a:buChar char="Ø"/>
            </a:pPr>
            <a:r>
              <a:rPr lang="en-US" sz="1400" dirty="0"/>
              <a:t>Web purchases are low for most customers which suggests an urgent need to improve digital and online engagement through better targeted online campaigns.</a:t>
            </a:r>
          </a:p>
          <a:p>
            <a:pPr marL="285750" indent="-285750" algn="just">
              <a:lnSpc>
                <a:spcPct val="150000"/>
              </a:lnSpc>
              <a:buFont typeface="Wingdings" panose="05000000000000000000" pitchFamily="2" charset="2"/>
              <a:buChar char="Ø"/>
            </a:pPr>
            <a:endParaRPr lang="en-US" sz="1400" dirty="0"/>
          </a:p>
        </p:txBody>
      </p:sp>
      <p:pic>
        <p:nvPicPr>
          <p:cNvPr id="15" name="Picture 14">
            <a:extLst>
              <a:ext uri="{FF2B5EF4-FFF2-40B4-BE49-F238E27FC236}">
                <a16:creationId xmlns:a16="http://schemas.microsoft.com/office/drawing/2014/main" id="{47F4E088-2975-6513-085F-BC6D73BF311A}"/>
              </a:ext>
            </a:extLst>
          </p:cNvPr>
          <p:cNvPicPr>
            <a:picLocks noChangeAspect="1"/>
          </p:cNvPicPr>
          <p:nvPr/>
        </p:nvPicPr>
        <p:blipFill>
          <a:blip r:embed="rId2"/>
          <a:stretch>
            <a:fillRect/>
          </a:stretch>
        </p:blipFill>
        <p:spPr>
          <a:xfrm>
            <a:off x="612058" y="672234"/>
            <a:ext cx="7748752" cy="3447077"/>
          </a:xfrm>
          <a:prstGeom prst="rect">
            <a:avLst/>
          </a:prstGeom>
        </p:spPr>
      </p:pic>
      <p:pic>
        <p:nvPicPr>
          <p:cNvPr id="17" name="Picture 16">
            <a:extLst>
              <a:ext uri="{FF2B5EF4-FFF2-40B4-BE49-F238E27FC236}">
                <a16:creationId xmlns:a16="http://schemas.microsoft.com/office/drawing/2014/main" id="{0AF80940-7BA7-18D4-F3A5-7668194DCA8C}"/>
              </a:ext>
            </a:extLst>
          </p:cNvPr>
          <p:cNvPicPr>
            <a:picLocks noChangeAspect="1"/>
          </p:cNvPicPr>
          <p:nvPr/>
        </p:nvPicPr>
        <p:blipFill>
          <a:blip r:embed="rId3"/>
          <a:stretch>
            <a:fillRect/>
          </a:stretch>
        </p:blipFill>
        <p:spPr>
          <a:xfrm>
            <a:off x="739072" y="772667"/>
            <a:ext cx="7577620" cy="3406435"/>
          </a:xfrm>
          <a:prstGeom prst="rect">
            <a:avLst/>
          </a:prstGeom>
        </p:spPr>
      </p:pic>
      <p:pic>
        <p:nvPicPr>
          <p:cNvPr id="19" name="Picture 18">
            <a:extLst>
              <a:ext uri="{FF2B5EF4-FFF2-40B4-BE49-F238E27FC236}">
                <a16:creationId xmlns:a16="http://schemas.microsoft.com/office/drawing/2014/main" id="{6EAEEC35-F692-6904-F8DA-6DE5997F5578}"/>
              </a:ext>
            </a:extLst>
          </p:cNvPr>
          <p:cNvPicPr>
            <a:picLocks noChangeAspect="1"/>
          </p:cNvPicPr>
          <p:nvPr/>
        </p:nvPicPr>
        <p:blipFill>
          <a:blip r:embed="rId4"/>
          <a:stretch>
            <a:fillRect/>
          </a:stretch>
        </p:blipFill>
        <p:spPr>
          <a:xfrm>
            <a:off x="761131" y="700878"/>
            <a:ext cx="7621738" cy="3741744"/>
          </a:xfrm>
          <a:prstGeom prst="rect">
            <a:avLst/>
          </a:prstGeom>
        </p:spPr>
      </p:pic>
      <p:pic>
        <p:nvPicPr>
          <p:cNvPr id="21" name="Picture 20">
            <a:extLst>
              <a:ext uri="{FF2B5EF4-FFF2-40B4-BE49-F238E27FC236}">
                <a16:creationId xmlns:a16="http://schemas.microsoft.com/office/drawing/2014/main" id="{54B93AA8-8828-2541-729F-8E4989F3D5B0}"/>
              </a:ext>
            </a:extLst>
          </p:cNvPr>
          <p:cNvPicPr>
            <a:picLocks noChangeAspect="1"/>
          </p:cNvPicPr>
          <p:nvPr/>
        </p:nvPicPr>
        <p:blipFill>
          <a:blip r:embed="rId5"/>
          <a:stretch>
            <a:fillRect/>
          </a:stretch>
        </p:blipFill>
        <p:spPr>
          <a:xfrm>
            <a:off x="761130" y="772668"/>
            <a:ext cx="7638457" cy="3598166"/>
          </a:xfrm>
          <a:prstGeom prst="rect">
            <a:avLst/>
          </a:prstGeom>
        </p:spPr>
      </p:pic>
    </p:spTree>
    <p:extLst>
      <p:ext uri="{BB962C8B-B14F-4D97-AF65-F5344CB8AC3E}">
        <p14:creationId xmlns:p14="http://schemas.microsoft.com/office/powerpoint/2010/main" val="429200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9">
                                            <p:txEl>
                                              <p:pRg st="1" end="1"/>
                                            </p:txEl>
                                          </p:spTgt>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9">
                                            <p:txEl>
                                              <p:pRg st="2" end="2"/>
                                            </p:txEl>
                                          </p:spTgt>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9"/>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9">
                                            <p:txEl>
                                              <p:pRg st="3" end="3"/>
                                            </p:txEl>
                                          </p:spTgt>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06954-584D-F9A8-8E70-4AB3CC62549F}"/>
            </a:ext>
          </a:extLst>
        </p:cNvPr>
        <p:cNvGrpSpPr/>
        <p:nvPr/>
      </p:nvGrpSpPr>
      <p:grpSpPr>
        <a:xfrm>
          <a:off x="0" y="0"/>
          <a:ext cx="0" cy="0"/>
          <a:chOff x="0" y="0"/>
          <a:chExt cx="0" cy="0"/>
        </a:xfrm>
      </p:grpSpPr>
      <p:sp>
        <p:nvSpPr>
          <p:cNvPr id="7" name="Title 18">
            <a:extLst>
              <a:ext uri="{FF2B5EF4-FFF2-40B4-BE49-F238E27FC236}">
                <a16:creationId xmlns:a16="http://schemas.microsoft.com/office/drawing/2014/main" id="{C555D068-FCE8-A8D0-5C6E-CF1AC77DF304}"/>
              </a:ext>
            </a:extLst>
          </p:cNvPr>
          <p:cNvSpPr>
            <a:spLocks noGrp="1"/>
          </p:cNvSpPr>
          <p:nvPr>
            <p:ph type="title"/>
          </p:nvPr>
        </p:nvSpPr>
        <p:spPr>
          <a:xfrm>
            <a:off x="7376" y="81117"/>
            <a:ext cx="8229600" cy="591117"/>
          </a:xfrm>
        </p:spPr>
        <p:txBody>
          <a:bodyPr/>
          <a:lstStyle/>
          <a:p>
            <a:r>
              <a:rPr lang="en-US" dirty="0"/>
              <a:t>Exploratory Data Analysis</a:t>
            </a:r>
            <a:endParaRPr lang="en-IN" dirty="0"/>
          </a:p>
        </p:txBody>
      </p:sp>
      <p:sp>
        <p:nvSpPr>
          <p:cNvPr id="9" name="TextBox 8">
            <a:extLst>
              <a:ext uri="{FF2B5EF4-FFF2-40B4-BE49-F238E27FC236}">
                <a16:creationId xmlns:a16="http://schemas.microsoft.com/office/drawing/2014/main" id="{9B1908DF-01E1-1EBE-2487-99A4B9F91966}"/>
              </a:ext>
            </a:extLst>
          </p:cNvPr>
          <p:cNvSpPr txBox="1"/>
          <p:nvPr/>
        </p:nvSpPr>
        <p:spPr>
          <a:xfrm>
            <a:off x="523822" y="869902"/>
            <a:ext cx="7748752" cy="296087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1400" dirty="0"/>
              <a:t>Majority of customers are seniors (41.3%) indicating that marketing efforts should be tailored to older age groups for maximum engagement.</a:t>
            </a:r>
          </a:p>
          <a:p>
            <a:pPr marL="285750" indent="-285750" algn="just">
              <a:lnSpc>
                <a:spcPct val="150000"/>
              </a:lnSpc>
              <a:buFont typeface="Wingdings" panose="05000000000000000000" pitchFamily="2" charset="2"/>
              <a:buChar char="Ø"/>
            </a:pPr>
            <a:r>
              <a:rPr lang="en-US" sz="1400" dirty="0"/>
              <a:t>Fading Customers are the largest segment with 30.9% who haven't interacted recently but were previously active.</a:t>
            </a:r>
          </a:p>
          <a:p>
            <a:pPr marL="285750" indent="-285750" algn="just">
              <a:lnSpc>
                <a:spcPct val="150000"/>
              </a:lnSpc>
              <a:buFont typeface="Wingdings" panose="05000000000000000000" pitchFamily="2" charset="2"/>
              <a:buChar char="Ø"/>
            </a:pPr>
            <a:r>
              <a:rPr lang="en-US" sz="1400" dirty="0"/>
              <a:t>Recency distribution is uniform which indicates a balanced mix of new and old engaged customers.</a:t>
            </a:r>
          </a:p>
          <a:p>
            <a:pPr marL="285750" indent="-285750" algn="just">
              <a:lnSpc>
                <a:spcPct val="150000"/>
              </a:lnSpc>
              <a:buFont typeface="Wingdings" panose="05000000000000000000" pitchFamily="2" charset="2"/>
              <a:buChar char="Ø"/>
            </a:pPr>
            <a:r>
              <a:rPr lang="en-US" sz="1400" dirty="0"/>
              <a:t>Web purchases are low for most customers which suggests an urgent need to improve digital and online engagement through better targeted online campaigns.</a:t>
            </a:r>
          </a:p>
          <a:p>
            <a:pPr marL="285750" indent="-285750" algn="just">
              <a:lnSpc>
                <a:spcPct val="150000"/>
              </a:lnSpc>
              <a:buFont typeface="Wingdings" panose="05000000000000000000" pitchFamily="2" charset="2"/>
              <a:buChar char="Ø"/>
            </a:pPr>
            <a:endParaRPr lang="en-US" sz="1400" dirty="0"/>
          </a:p>
        </p:txBody>
      </p:sp>
    </p:spTree>
    <p:extLst>
      <p:ext uri="{BB962C8B-B14F-4D97-AF65-F5344CB8AC3E}">
        <p14:creationId xmlns:p14="http://schemas.microsoft.com/office/powerpoint/2010/main" val="3045283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E4C8-F9E8-1AA1-BEF8-1267665C208B}"/>
            </a:ext>
          </a:extLst>
        </p:cNvPr>
        <p:cNvGrpSpPr/>
        <p:nvPr/>
      </p:nvGrpSpPr>
      <p:grpSpPr>
        <a:xfrm>
          <a:off x="0" y="0"/>
          <a:ext cx="0" cy="0"/>
          <a:chOff x="0" y="0"/>
          <a:chExt cx="0" cy="0"/>
        </a:xfrm>
      </p:grpSpPr>
      <p:sp>
        <p:nvSpPr>
          <p:cNvPr id="7" name="Title 18">
            <a:extLst>
              <a:ext uri="{FF2B5EF4-FFF2-40B4-BE49-F238E27FC236}">
                <a16:creationId xmlns:a16="http://schemas.microsoft.com/office/drawing/2014/main" id="{4D5955FF-48AD-4DB9-94DA-25263A05EE69}"/>
              </a:ext>
            </a:extLst>
          </p:cNvPr>
          <p:cNvSpPr>
            <a:spLocks noGrp="1"/>
          </p:cNvSpPr>
          <p:nvPr>
            <p:ph type="title"/>
          </p:nvPr>
        </p:nvSpPr>
        <p:spPr>
          <a:xfrm>
            <a:off x="7376" y="81117"/>
            <a:ext cx="8229600" cy="591117"/>
          </a:xfrm>
        </p:spPr>
        <p:txBody>
          <a:bodyPr/>
          <a:lstStyle/>
          <a:p>
            <a:r>
              <a:rPr lang="en-US" dirty="0"/>
              <a:t>Exploratory Data Analysis</a:t>
            </a:r>
            <a:endParaRPr lang="en-IN" dirty="0"/>
          </a:p>
        </p:txBody>
      </p:sp>
      <p:sp>
        <p:nvSpPr>
          <p:cNvPr id="9" name="TextBox 8">
            <a:extLst>
              <a:ext uri="{FF2B5EF4-FFF2-40B4-BE49-F238E27FC236}">
                <a16:creationId xmlns:a16="http://schemas.microsoft.com/office/drawing/2014/main" id="{45C21273-9546-0CFD-81AC-BC1F40CCFD12}"/>
              </a:ext>
            </a:extLst>
          </p:cNvPr>
          <p:cNvSpPr txBox="1"/>
          <p:nvPr/>
        </p:nvSpPr>
        <p:spPr>
          <a:xfrm>
            <a:off x="523822" y="869902"/>
            <a:ext cx="7748752" cy="296087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1400" dirty="0"/>
              <a:t>Campaign2 achieves the highest acceptance rate of 66.7% while campaign4 have the lowest acceptance rate with only 37.1%.</a:t>
            </a:r>
          </a:p>
          <a:p>
            <a:pPr marL="285750" indent="-285750" algn="just">
              <a:lnSpc>
                <a:spcPct val="150000"/>
              </a:lnSpc>
              <a:buFont typeface="Wingdings" panose="05000000000000000000" pitchFamily="2" charset="2"/>
              <a:buChar char="Ø"/>
            </a:pPr>
            <a:r>
              <a:rPr lang="en-US" sz="1400" dirty="0"/>
              <a:t>Campaign3 acceptance and non-acceptance rates are near which shows neutral performance.</a:t>
            </a:r>
          </a:p>
          <a:p>
            <a:pPr marL="285750" indent="-285750" algn="just">
              <a:lnSpc>
                <a:spcPct val="150000"/>
              </a:lnSpc>
              <a:buFont typeface="Wingdings" panose="05000000000000000000" pitchFamily="2" charset="2"/>
              <a:buChar char="Ø"/>
            </a:pPr>
            <a:r>
              <a:rPr lang="en-US" sz="1400" dirty="0"/>
              <a:t>Majority of the customers are having 0-10 web visits per month.</a:t>
            </a:r>
          </a:p>
          <a:p>
            <a:pPr marL="285750" indent="-285750" algn="just">
              <a:lnSpc>
                <a:spcPct val="150000"/>
              </a:lnSpc>
              <a:buFont typeface="Wingdings" panose="05000000000000000000" pitchFamily="2" charset="2"/>
              <a:buChar char="Ø"/>
            </a:pPr>
            <a:r>
              <a:rPr lang="en-US" sz="1400" dirty="0"/>
              <a:t>There is no strong correlation between web visits and web purchases, indicating higher traffic doesn’t guarantee making more purchases.</a:t>
            </a:r>
          </a:p>
          <a:p>
            <a:pPr marL="285750" indent="-285750" algn="just">
              <a:lnSpc>
                <a:spcPct val="150000"/>
              </a:lnSpc>
              <a:buFont typeface="Wingdings" panose="05000000000000000000" pitchFamily="2" charset="2"/>
              <a:buChar char="Ø"/>
            </a:pPr>
            <a:r>
              <a:rPr lang="en-US" sz="1400" dirty="0"/>
              <a:t>Young adults (23.3%) are the most responsive age group, while older age groups show very low engagement with campaigns.</a:t>
            </a:r>
          </a:p>
        </p:txBody>
      </p:sp>
      <p:pic>
        <p:nvPicPr>
          <p:cNvPr id="1026" name="Picture 2">
            <a:extLst>
              <a:ext uri="{FF2B5EF4-FFF2-40B4-BE49-F238E27FC236}">
                <a16:creationId xmlns:a16="http://schemas.microsoft.com/office/drawing/2014/main" id="{67C0CA32-34AE-46E2-9BA9-50BBE0EADB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757" y="1163339"/>
            <a:ext cx="8060081" cy="269276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6DF6D39-DE46-3555-9009-C0C0206D8E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22" y="672234"/>
            <a:ext cx="7850241" cy="368591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06E9F769-94D6-C8C9-9C4A-6C68F801AC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822" y="672234"/>
            <a:ext cx="7858178" cy="3685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037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9">
                                            <p:txEl>
                                              <p:pRg st="2" end="2"/>
                                            </p:txEl>
                                          </p:spTgt>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9">
                                            <p:txEl>
                                              <p:pRg st="3" end="3"/>
                                            </p:txEl>
                                          </p:spTgt>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02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9">
                                            <p:txEl>
                                              <p:pRg st="4" end="4"/>
                                            </p:txEl>
                                          </p:spTgt>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10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5AAB3-AD04-4428-02F9-A8B9D37C970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E77BD49-5295-5BF5-AF28-426E3202D1B8}"/>
              </a:ext>
            </a:extLst>
          </p:cNvPr>
          <p:cNvSpPr txBox="1"/>
          <p:nvPr/>
        </p:nvSpPr>
        <p:spPr>
          <a:xfrm>
            <a:off x="523822" y="869902"/>
            <a:ext cx="7748752" cy="296087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1400" dirty="0"/>
              <a:t>Active loyalist customers with high income have the highest response rate of 50%, making them ideal targets for personalized and high priority campaigns.</a:t>
            </a:r>
          </a:p>
          <a:p>
            <a:pPr marL="285750" indent="-285750" algn="just">
              <a:lnSpc>
                <a:spcPct val="150000"/>
              </a:lnSpc>
              <a:buFont typeface="Wingdings" panose="05000000000000000000" pitchFamily="2" charset="2"/>
              <a:buChar char="Ø"/>
            </a:pPr>
            <a:r>
              <a:rPr lang="en-US" sz="1400" dirty="0"/>
              <a:t>Customers having high income shows the consistent performance across all the purchase modes having acceptance rate around 41%.</a:t>
            </a:r>
          </a:p>
          <a:p>
            <a:pPr marL="285750" indent="-285750" algn="just">
              <a:lnSpc>
                <a:spcPct val="150000"/>
              </a:lnSpc>
              <a:buFont typeface="Wingdings" panose="05000000000000000000" pitchFamily="2" charset="2"/>
              <a:buChar char="Ø"/>
            </a:pPr>
            <a:r>
              <a:rPr lang="en-US" sz="1400" dirty="0"/>
              <a:t>Campaigns should focus marketing efforts on high-income customers with frequent web visits and leverage personalized digital campaigns.</a:t>
            </a:r>
          </a:p>
          <a:p>
            <a:pPr marL="285750" indent="-285750" algn="just">
              <a:lnSpc>
                <a:spcPct val="150000"/>
              </a:lnSpc>
              <a:buFont typeface="Wingdings" panose="05000000000000000000" pitchFamily="2" charset="2"/>
              <a:buChar char="Ø"/>
            </a:pPr>
            <a:r>
              <a:rPr lang="en-US" sz="1400" dirty="0"/>
              <a:t>Adult customers with high income achieves the highest acceptance rate of 48.3% and low income customers shows the lowest acceptance rates across all the age groups especially the elder customers with 5.2% rate.</a:t>
            </a:r>
            <a:endParaRPr lang="en-IN" sz="1400" dirty="0"/>
          </a:p>
        </p:txBody>
      </p:sp>
      <p:sp>
        <p:nvSpPr>
          <p:cNvPr id="10" name="Title 18">
            <a:extLst>
              <a:ext uri="{FF2B5EF4-FFF2-40B4-BE49-F238E27FC236}">
                <a16:creationId xmlns:a16="http://schemas.microsoft.com/office/drawing/2014/main" id="{F6E47FD4-4EF0-498E-C9D0-3EB01345FAA9}"/>
              </a:ext>
            </a:extLst>
          </p:cNvPr>
          <p:cNvSpPr>
            <a:spLocks noGrp="1"/>
          </p:cNvSpPr>
          <p:nvPr>
            <p:ph type="title"/>
          </p:nvPr>
        </p:nvSpPr>
        <p:spPr>
          <a:xfrm>
            <a:off x="457200" y="124699"/>
            <a:ext cx="8229600" cy="857250"/>
          </a:xfrm>
        </p:spPr>
        <p:txBody>
          <a:bodyPr/>
          <a:lstStyle/>
          <a:p>
            <a:r>
              <a:rPr lang="en-US" dirty="0"/>
              <a:t>Exploratory Data Analysis</a:t>
            </a:r>
            <a:endParaRPr lang="en-IN" dirty="0"/>
          </a:p>
        </p:txBody>
      </p:sp>
      <p:pic>
        <p:nvPicPr>
          <p:cNvPr id="2050" name="Picture 2">
            <a:extLst>
              <a:ext uri="{FF2B5EF4-FFF2-40B4-BE49-F238E27FC236}">
                <a16:creationId xmlns:a16="http://schemas.microsoft.com/office/drawing/2014/main" id="{C003F883-3F77-7D54-8835-6CD27E87A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22" y="869901"/>
            <a:ext cx="7858178" cy="340369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6A04A1F-B24C-748F-BE2F-F0464AE903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22" y="869900"/>
            <a:ext cx="7858178" cy="355319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45441D5D-CB7F-8A12-7436-5C60B0A232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822" y="981949"/>
            <a:ext cx="7858178" cy="3403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91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9">
                                            <p:txEl>
                                              <p:pRg st="1" end="1"/>
                                            </p:txEl>
                                          </p:spTgt>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9">
                                            <p:txEl>
                                              <p:pRg st="2" end="2"/>
                                            </p:txEl>
                                          </p:spTgt>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205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9">
                                            <p:txEl>
                                              <p:pRg st="3" end="3"/>
                                            </p:txEl>
                                          </p:spTgt>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5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20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7BC11-EFFC-03B5-5926-49FB99A4DDE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8AC43F5-9CB3-C3B0-82CC-7A5F3662343D}"/>
              </a:ext>
            </a:extLst>
          </p:cNvPr>
          <p:cNvSpPr txBox="1"/>
          <p:nvPr/>
        </p:nvSpPr>
        <p:spPr>
          <a:xfrm>
            <a:off x="523822" y="869902"/>
            <a:ext cx="7748752" cy="296087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1400" dirty="0"/>
              <a:t>Active loyalist customers with high income have the highest response rate of 50%, making them ideal targets for personalized and high priority campaigns.</a:t>
            </a:r>
          </a:p>
          <a:p>
            <a:pPr marL="285750" indent="-285750" algn="just">
              <a:lnSpc>
                <a:spcPct val="150000"/>
              </a:lnSpc>
              <a:buFont typeface="Wingdings" panose="05000000000000000000" pitchFamily="2" charset="2"/>
              <a:buChar char="Ø"/>
            </a:pPr>
            <a:r>
              <a:rPr lang="en-US" sz="1400" dirty="0"/>
              <a:t>Customers having high income shows the consistent performance across all the purchase modes having acceptance rate around 41%.</a:t>
            </a:r>
          </a:p>
          <a:p>
            <a:pPr marL="285750" indent="-285750" algn="just">
              <a:lnSpc>
                <a:spcPct val="150000"/>
              </a:lnSpc>
              <a:buFont typeface="Wingdings" panose="05000000000000000000" pitchFamily="2" charset="2"/>
              <a:buChar char="Ø"/>
            </a:pPr>
            <a:r>
              <a:rPr lang="en-US" sz="1400" dirty="0"/>
              <a:t>Campaigns should focus marketing efforts on high-income customers with frequent web visits and leverage personalized digital campaigns.</a:t>
            </a:r>
          </a:p>
          <a:p>
            <a:pPr marL="285750" indent="-285750" algn="just">
              <a:lnSpc>
                <a:spcPct val="150000"/>
              </a:lnSpc>
              <a:buFont typeface="Wingdings" panose="05000000000000000000" pitchFamily="2" charset="2"/>
              <a:buChar char="Ø"/>
            </a:pPr>
            <a:r>
              <a:rPr lang="en-US" sz="1400" dirty="0"/>
              <a:t>Adult customers with high income achieves the highest acceptance rate of 48.3% and low income customers shows the lowest acceptance rates across all the age groups especially the elder customers with 5.2% rate.</a:t>
            </a:r>
            <a:endParaRPr lang="en-IN" sz="1400" dirty="0"/>
          </a:p>
        </p:txBody>
      </p:sp>
      <p:sp>
        <p:nvSpPr>
          <p:cNvPr id="10" name="Title 18">
            <a:extLst>
              <a:ext uri="{FF2B5EF4-FFF2-40B4-BE49-F238E27FC236}">
                <a16:creationId xmlns:a16="http://schemas.microsoft.com/office/drawing/2014/main" id="{460ED244-F9CC-CA07-700D-D5336D5759B7}"/>
              </a:ext>
            </a:extLst>
          </p:cNvPr>
          <p:cNvSpPr>
            <a:spLocks noGrp="1"/>
          </p:cNvSpPr>
          <p:nvPr>
            <p:ph type="title"/>
          </p:nvPr>
        </p:nvSpPr>
        <p:spPr>
          <a:xfrm>
            <a:off x="457200" y="124699"/>
            <a:ext cx="8229600" cy="857250"/>
          </a:xfrm>
        </p:spPr>
        <p:txBody>
          <a:bodyPr/>
          <a:lstStyle/>
          <a:p>
            <a:r>
              <a:rPr lang="en-US" dirty="0"/>
              <a:t>Exploratory Data Analysis</a:t>
            </a:r>
            <a:endParaRPr lang="en-IN" dirty="0"/>
          </a:p>
        </p:txBody>
      </p:sp>
    </p:spTree>
    <p:extLst>
      <p:ext uri="{BB962C8B-B14F-4D97-AF65-F5344CB8AC3E}">
        <p14:creationId xmlns:p14="http://schemas.microsoft.com/office/powerpoint/2010/main" val="3377753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8">
            <a:extLst>
              <a:ext uri="{FF2B5EF4-FFF2-40B4-BE49-F238E27FC236}">
                <a16:creationId xmlns:a16="http://schemas.microsoft.com/office/drawing/2014/main" id="{4CA32788-9168-E20A-7178-BC8BF646C28C}"/>
              </a:ext>
            </a:extLst>
          </p:cNvPr>
          <p:cNvSpPr>
            <a:spLocks noGrp="1"/>
          </p:cNvSpPr>
          <p:nvPr>
            <p:ph type="title"/>
          </p:nvPr>
        </p:nvSpPr>
        <p:spPr>
          <a:xfrm>
            <a:off x="-1" y="6712"/>
            <a:ext cx="6924369" cy="857250"/>
          </a:xfrm>
        </p:spPr>
        <p:txBody>
          <a:bodyPr/>
          <a:lstStyle/>
          <a:p>
            <a:r>
              <a:rPr lang="en-US" dirty="0"/>
              <a:t>Exploratory Data Analysis</a:t>
            </a:r>
            <a:endParaRPr lang="en-IN" dirty="0"/>
          </a:p>
        </p:txBody>
      </p:sp>
      <p:sp>
        <p:nvSpPr>
          <p:cNvPr id="2" name="TextBox 1">
            <a:extLst>
              <a:ext uri="{FF2B5EF4-FFF2-40B4-BE49-F238E27FC236}">
                <a16:creationId xmlns:a16="http://schemas.microsoft.com/office/drawing/2014/main" id="{2F37FDC4-2AE8-CA83-C680-F8DB556D3F3A}"/>
              </a:ext>
            </a:extLst>
          </p:cNvPr>
          <p:cNvSpPr txBox="1"/>
          <p:nvPr/>
        </p:nvSpPr>
        <p:spPr>
          <a:xfrm>
            <a:off x="184355" y="863962"/>
            <a:ext cx="8856406" cy="923330"/>
          </a:xfrm>
          <a:prstGeom prst="rect">
            <a:avLst/>
          </a:prstGeom>
          <a:noFill/>
        </p:spPr>
        <p:txBody>
          <a:bodyPr wrap="square" rtlCol="0">
            <a:spAutoFit/>
          </a:bodyPr>
          <a:lstStyle/>
          <a:p>
            <a:pPr marL="285750" indent="-285750">
              <a:buFont typeface="Arial" panose="020B0604020202020204" pitchFamily="34" charset="0"/>
              <a:buChar char="•"/>
            </a:pPr>
            <a:r>
              <a:rPr lang="en-US" dirty="0"/>
              <a:t>Target feature (response) is highly imbalanced with 85.1% negative classes and 14.9% positive classes.</a:t>
            </a:r>
          </a:p>
          <a:p>
            <a:pPr marL="285750" indent="-285750">
              <a:buFont typeface="Arial" panose="020B0604020202020204" pitchFamily="34" charset="0"/>
              <a:buChar char="•"/>
            </a:pPr>
            <a:r>
              <a:rPr lang="en-US" dirty="0"/>
              <a:t>Imbalance will be handled with the help SMOTE technique.</a:t>
            </a:r>
            <a:endParaRPr lang="en-IN" dirty="0"/>
          </a:p>
        </p:txBody>
      </p:sp>
      <p:pic>
        <p:nvPicPr>
          <p:cNvPr id="3074" name="Picture 2">
            <a:extLst>
              <a:ext uri="{FF2B5EF4-FFF2-40B4-BE49-F238E27FC236}">
                <a16:creationId xmlns:a16="http://schemas.microsoft.com/office/drawing/2014/main" id="{AC024D53-48B8-9B49-96EF-3EA41C9336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3839" y="1780580"/>
            <a:ext cx="4055806" cy="2945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0375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128;p21">
            <a:extLst>
              <a:ext uri="{FF2B5EF4-FFF2-40B4-BE49-F238E27FC236}">
                <a16:creationId xmlns:a16="http://schemas.microsoft.com/office/drawing/2014/main" id="{65552A37-F07B-E5DA-3305-CD38A42FDEA6}"/>
              </a:ext>
            </a:extLst>
          </p:cNvPr>
          <p:cNvSpPr txBox="1">
            <a:spLocks/>
          </p:cNvSpPr>
          <p:nvPr/>
        </p:nvSpPr>
        <p:spPr>
          <a:xfrm>
            <a:off x="-1027696" y="-73135"/>
            <a:ext cx="8229600" cy="857400"/>
          </a:xfrm>
          <a:prstGeom prst="rect">
            <a:avLst/>
          </a:prstGeom>
        </p:spPr>
        <p:txBody>
          <a:bodyPr spcFirstLastPara="1" vert="horz" wrap="square" lIns="91425" tIns="45700" rIns="91425" bIns="45700" rtlCol="0" anchor="ctr" anchorCtr="0">
            <a:normAutofit/>
          </a:bodyPr>
          <a:lstStyle>
            <a:lvl1pPr algn="ctr" defTabSz="457200" rtl="0" eaLnBrk="1" latinLnBrk="0" hangingPunct="1">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pPr>
              <a:spcBef>
                <a:spcPts val="0"/>
              </a:spcBef>
            </a:pPr>
            <a:r>
              <a:rPr lang="en-US"/>
              <a:t>Data Preprocessing</a:t>
            </a:r>
            <a:endParaRPr lang="en-US" dirty="0"/>
          </a:p>
        </p:txBody>
      </p:sp>
      <p:sp>
        <p:nvSpPr>
          <p:cNvPr id="12" name="Google Shape;129;p21">
            <a:extLst>
              <a:ext uri="{FF2B5EF4-FFF2-40B4-BE49-F238E27FC236}">
                <a16:creationId xmlns:a16="http://schemas.microsoft.com/office/drawing/2014/main" id="{1A404B9B-820F-E86E-DAAA-C172C3C8FCEA}"/>
              </a:ext>
            </a:extLst>
          </p:cNvPr>
          <p:cNvSpPr txBox="1">
            <a:spLocks/>
          </p:cNvSpPr>
          <p:nvPr/>
        </p:nvSpPr>
        <p:spPr>
          <a:xfrm>
            <a:off x="86043" y="1302158"/>
            <a:ext cx="8136000" cy="2325300"/>
          </a:xfrm>
          <a:prstGeom prst="rect">
            <a:avLst/>
          </a:prstGeom>
        </p:spPr>
        <p:txBody>
          <a:bodyPr spcFirstLastPara="1" wrap="square" lIns="91425" tIns="45700" rIns="91425" bIns="45700" anchor="t" anchorCtr="0">
            <a:normAutofit/>
          </a:bodyPr>
          <a:lstStyle>
            <a:lvl1pPr marL="342900" indent="-342900" algn="l" defTabSz="457200" rtl="0" eaLnBrk="1" latinLnBrk="0" hangingPunct="1">
              <a:spcBef>
                <a:spcPct val="20000"/>
              </a:spcBef>
              <a:buFont typeface="Wingdings" pitchFamily="2" charset="2"/>
              <a:buChar char="§"/>
              <a:defRPr sz="1800" b="0" i="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Wingdings" pitchFamily="2" charset="2"/>
              <a:buChar char="§"/>
              <a:defRPr sz="1800" b="0" i="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Wingdings" pitchFamily="2" charset="2"/>
              <a:buChar char="§"/>
              <a:defRPr sz="1800" b="0" i="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Helvetica" pitchFamily="2"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Helvetica" pitchFamily="2"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330200">
              <a:spcBef>
                <a:spcPts val="320"/>
              </a:spcBef>
              <a:buSzPts val="1600"/>
              <a:buFont typeface="Wingdings" panose="05000000000000000000" pitchFamily="2" charset="2"/>
              <a:buChar char="q"/>
            </a:pPr>
            <a:r>
              <a:rPr lang="en-US" dirty="0"/>
              <a:t>Missing values in feature “income”.</a:t>
            </a:r>
          </a:p>
          <a:p>
            <a:pPr marL="457200" indent="-330200">
              <a:spcBef>
                <a:spcPts val="320"/>
              </a:spcBef>
              <a:buSzPts val="1600"/>
              <a:buFont typeface="Wingdings" panose="05000000000000000000" pitchFamily="2" charset="2"/>
              <a:buChar char="q"/>
            </a:pPr>
            <a:r>
              <a:rPr lang="en-US" dirty="0"/>
              <a:t>Dropped features with constant values (</a:t>
            </a:r>
            <a:r>
              <a:rPr lang="en-US" dirty="0" err="1"/>
              <a:t>z_costcontact</a:t>
            </a:r>
            <a:r>
              <a:rPr lang="en-US" dirty="0"/>
              <a:t>, </a:t>
            </a:r>
            <a:r>
              <a:rPr lang="en-US" dirty="0" err="1"/>
              <a:t>z_revenue</a:t>
            </a:r>
            <a:r>
              <a:rPr lang="en-US" dirty="0"/>
              <a:t>) and unique identifier feature “id”</a:t>
            </a:r>
          </a:p>
          <a:p>
            <a:pPr marL="457200" indent="-330200">
              <a:spcBef>
                <a:spcPts val="0"/>
              </a:spcBef>
              <a:buSzPts val="1600"/>
              <a:buFont typeface="Wingdings" panose="05000000000000000000" pitchFamily="2" charset="2"/>
              <a:buChar char="q"/>
            </a:pPr>
            <a:r>
              <a:rPr lang="en-US" dirty="0"/>
              <a:t>Handling missing values by Median Imputation on feature “income”</a:t>
            </a:r>
          </a:p>
          <a:p>
            <a:pPr marL="457200" indent="-330200">
              <a:spcBef>
                <a:spcPts val="0"/>
              </a:spcBef>
              <a:buSzPts val="1600"/>
              <a:buFont typeface="Wingdings" panose="05000000000000000000" pitchFamily="2" charset="2"/>
              <a:buChar char="q"/>
            </a:pPr>
            <a:r>
              <a:rPr lang="en-US" dirty="0"/>
              <a:t>Feature Engineering on features age, recency, income, </a:t>
            </a:r>
            <a:r>
              <a:rPr lang="en-US" dirty="0" err="1"/>
              <a:t>dt_customer</a:t>
            </a:r>
            <a:r>
              <a:rPr lang="en-US" dirty="0"/>
              <a:t>, marital status, education.</a:t>
            </a:r>
          </a:p>
          <a:p>
            <a:pPr marL="584200" lvl="1" indent="0">
              <a:spcBef>
                <a:spcPts val="0"/>
              </a:spcBef>
              <a:buFont typeface="Wingdings" pitchFamily="2" charset="2"/>
              <a:buNone/>
            </a:pPr>
            <a:endParaRPr lang="en-US" dirty="0"/>
          </a:p>
        </p:txBody>
      </p:sp>
      <p:sp>
        <p:nvSpPr>
          <p:cNvPr id="13" name="AutoShape 2">
            <a:extLst>
              <a:ext uri="{FF2B5EF4-FFF2-40B4-BE49-F238E27FC236}">
                <a16:creationId xmlns:a16="http://schemas.microsoft.com/office/drawing/2014/main" id="{2FF072D6-CB9B-8CE3-E5AD-AF3411576F0C}"/>
              </a:ext>
            </a:extLst>
          </p:cNvPr>
          <p:cNvSpPr>
            <a:spLocks noChangeAspect="1" noChangeArrowheads="1"/>
          </p:cNvSpPr>
          <p:nvPr/>
        </p:nvSpPr>
        <p:spPr bwMode="auto">
          <a:xfrm>
            <a:off x="2817813" y="0"/>
            <a:ext cx="3508375" cy="5143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877726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B477CA51-5860-165E-8C3A-E5728005E622}"/>
            </a:ext>
          </a:extLst>
        </p:cNvPr>
        <p:cNvGrpSpPr/>
        <p:nvPr/>
      </p:nvGrpSpPr>
      <p:grpSpPr>
        <a:xfrm>
          <a:off x="0" y="0"/>
          <a:ext cx="0" cy="0"/>
          <a:chOff x="0" y="0"/>
          <a:chExt cx="0" cy="0"/>
        </a:xfrm>
      </p:grpSpPr>
      <p:sp>
        <p:nvSpPr>
          <p:cNvPr id="143" name="Google Shape;143;p23">
            <a:extLst>
              <a:ext uri="{FF2B5EF4-FFF2-40B4-BE49-F238E27FC236}">
                <a16:creationId xmlns:a16="http://schemas.microsoft.com/office/drawing/2014/main" id="{CE12DF18-8C56-E6E3-7360-C0E1AA86C112}"/>
              </a:ext>
            </a:extLst>
          </p:cNvPr>
          <p:cNvSpPr txBox="1">
            <a:spLocks noGrp="1"/>
          </p:cNvSpPr>
          <p:nvPr>
            <p:ph type="title"/>
          </p:nvPr>
        </p:nvSpPr>
        <p:spPr>
          <a:xfrm>
            <a:off x="51205" y="26853"/>
            <a:ext cx="6553200" cy="638829"/>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2400" dirty="0"/>
              <a:t>Models and Evaluation</a:t>
            </a:r>
            <a:endParaRPr sz="2400" dirty="0"/>
          </a:p>
        </p:txBody>
      </p:sp>
      <p:sp>
        <p:nvSpPr>
          <p:cNvPr id="4" name="TextBox 3">
            <a:extLst>
              <a:ext uri="{FF2B5EF4-FFF2-40B4-BE49-F238E27FC236}">
                <a16:creationId xmlns:a16="http://schemas.microsoft.com/office/drawing/2014/main" id="{78D6DEA1-0A1D-FCC3-3FB8-D804786F0D1B}"/>
              </a:ext>
            </a:extLst>
          </p:cNvPr>
          <p:cNvSpPr txBox="1"/>
          <p:nvPr/>
        </p:nvSpPr>
        <p:spPr>
          <a:xfrm>
            <a:off x="191315" y="571869"/>
            <a:ext cx="8053034" cy="2092304"/>
          </a:xfrm>
          <a:prstGeom prst="rect">
            <a:avLst/>
          </a:prstGeom>
          <a:noFill/>
        </p:spPr>
        <p:txBody>
          <a:bodyPr wrap="square" rtlCol="0">
            <a:spAutoFit/>
          </a:bodyPr>
          <a:lstStyle/>
          <a:p>
            <a:pPr algn="just">
              <a:lnSpc>
                <a:spcPct val="150000"/>
              </a:lnSpc>
            </a:pPr>
            <a:r>
              <a:rPr lang="en-US" sz="1100" dirty="0"/>
              <a:t>.</a:t>
            </a:r>
          </a:p>
          <a:p>
            <a:pPr marL="171450" indent="-171450" algn="just">
              <a:lnSpc>
                <a:spcPct val="150000"/>
              </a:lnSpc>
              <a:buFont typeface="Wingdings" panose="05000000000000000000" pitchFamily="2" charset="2"/>
              <a:buChar char="q"/>
            </a:pPr>
            <a:r>
              <a:rPr lang="en-US" sz="1100" dirty="0"/>
              <a:t>Logistic Regression showed the highest AUC (0.8897) and precision (0.8643) making it effective for identifying true positives in imbalanced datasets.</a:t>
            </a:r>
          </a:p>
          <a:p>
            <a:pPr marL="171450" indent="-171450" algn="just">
              <a:lnSpc>
                <a:spcPct val="150000"/>
              </a:lnSpc>
              <a:buFont typeface="Wingdings" panose="05000000000000000000" pitchFamily="2" charset="2"/>
              <a:buChar char="q"/>
            </a:pPr>
            <a:r>
              <a:rPr lang="en-US" sz="1100" dirty="0"/>
              <a:t>Random Forest delivered the best balance in F1-Score (0.8334) and accuracy (0.8281) which indicates good overall performance.</a:t>
            </a:r>
          </a:p>
          <a:p>
            <a:pPr marL="171450" indent="-171450" algn="just">
              <a:lnSpc>
                <a:spcPct val="150000"/>
              </a:lnSpc>
              <a:buFont typeface="Wingdings" panose="05000000000000000000" pitchFamily="2" charset="2"/>
              <a:buChar char="q"/>
            </a:pPr>
            <a:r>
              <a:rPr lang="en-US" sz="1100" dirty="0"/>
              <a:t>Decision Tree performed moderately with F1-score (0.8153)) but had the lowest AUC (0.6998), signaling weaker separability.</a:t>
            </a:r>
          </a:p>
          <a:p>
            <a:pPr marL="171450" indent="-171450" algn="just">
              <a:lnSpc>
                <a:spcPct val="150000"/>
              </a:lnSpc>
              <a:buFont typeface="Wingdings" panose="05000000000000000000" pitchFamily="2" charset="2"/>
              <a:buChar char="q"/>
            </a:pPr>
            <a:r>
              <a:rPr lang="en-US" sz="1100" dirty="0" err="1"/>
              <a:t>XGBoost</a:t>
            </a:r>
            <a:r>
              <a:rPr lang="en-US" sz="1100" dirty="0"/>
              <a:t> had competitive precision (0.8399) but slightly lower recall and F1-Score, indicating more room for tuning.</a:t>
            </a:r>
          </a:p>
        </p:txBody>
      </p:sp>
      <p:graphicFrame>
        <p:nvGraphicFramePr>
          <p:cNvPr id="5" name="Table 4">
            <a:extLst>
              <a:ext uri="{FF2B5EF4-FFF2-40B4-BE49-F238E27FC236}">
                <a16:creationId xmlns:a16="http://schemas.microsoft.com/office/drawing/2014/main" id="{A867D602-B92F-1EEC-AC6C-BA6741622054}"/>
              </a:ext>
            </a:extLst>
          </p:cNvPr>
          <p:cNvGraphicFramePr>
            <a:graphicFrameLocks noGrp="1"/>
          </p:cNvGraphicFramePr>
          <p:nvPr>
            <p:extLst>
              <p:ext uri="{D42A27DB-BD31-4B8C-83A1-F6EECF244321}">
                <p14:modId xmlns:p14="http://schemas.microsoft.com/office/powerpoint/2010/main" val="3572454719"/>
              </p:ext>
            </p:extLst>
          </p:nvPr>
        </p:nvGraphicFramePr>
        <p:xfrm>
          <a:off x="4063180" y="2913727"/>
          <a:ext cx="4807976" cy="1473230"/>
        </p:xfrm>
        <a:graphic>
          <a:graphicData uri="http://schemas.openxmlformats.org/drawingml/2006/table">
            <a:tbl>
              <a:tblPr>
                <a:tableStyleId>{5C22544A-7EE6-4342-B048-85BDC9FD1C3A}</a:tableStyleId>
              </a:tblPr>
              <a:tblGrid>
                <a:gridCol w="1305725">
                  <a:extLst>
                    <a:ext uri="{9D8B030D-6E8A-4147-A177-3AD203B41FA5}">
                      <a16:colId xmlns:a16="http://schemas.microsoft.com/office/drawing/2014/main" val="2252130479"/>
                    </a:ext>
                  </a:extLst>
                </a:gridCol>
                <a:gridCol w="962120">
                  <a:extLst>
                    <a:ext uri="{9D8B030D-6E8A-4147-A177-3AD203B41FA5}">
                      <a16:colId xmlns:a16="http://schemas.microsoft.com/office/drawing/2014/main" val="440304010"/>
                    </a:ext>
                  </a:extLst>
                </a:gridCol>
                <a:gridCol w="638047">
                  <a:extLst>
                    <a:ext uri="{9D8B030D-6E8A-4147-A177-3AD203B41FA5}">
                      <a16:colId xmlns:a16="http://schemas.microsoft.com/office/drawing/2014/main" val="4154853337"/>
                    </a:ext>
                  </a:extLst>
                </a:gridCol>
                <a:gridCol w="634028">
                  <a:extLst>
                    <a:ext uri="{9D8B030D-6E8A-4147-A177-3AD203B41FA5}">
                      <a16:colId xmlns:a16="http://schemas.microsoft.com/office/drawing/2014/main" val="702109199"/>
                    </a:ext>
                  </a:extLst>
                </a:gridCol>
                <a:gridCol w="634028">
                  <a:extLst>
                    <a:ext uri="{9D8B030D-6E8A-4147-A177-3AD203B41FA5}">
                      <a16:colId xmlns:a16="http://schemas.microsoft.com/office/drawing/2014/main" val="3552032710"/>
                    </a:ext>
                  </a:extLst>
                </a:gridCol>
                <a:gridCol w="634028">
                  <a:extLst>
                    <a:ext uri="{9D8B030D-6E8A-4147-A177-3AD203B41FA5}">
                      <a16:colId xmlns:a16="http://schemas.microsoft.com/office/drawing/2014/main" val="2101196576"/>
                    </a:ext>
                  </a:extLst>
                </a:gridCol>
              </a:tblGrid>
              <a:tr h="294646">
                <a:tc>
                  <a:txBody>
                    <a:bodyPr/>
                    <a:lstStyle/>
                    <a:p>
                      <a:pPr algn="ctr" fontAlgn="t"/>
                      <a:r>
                        <a:rPr lang="en-IN" sz="1000" b="1" u="none" strike="noStrike">
                          <a:effectLst/>
                        </a:rPr>
                        <a:t>Model</a:t>
                      </a:r>
                      <a:endParaRPr lang="en-IN" sz="1000" b="1"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b="1" u="none" strike="noStrike">
                          <a:effectLst/>
                        </a:rPr>
                        <a:t>Accuracy</a:t>
                      </a:r>
                      <a:endParaRPr lang="en-IN" sz="1000" b="1"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b="1" u="none" strike="noStrike">
                          <a:effectLst/>
                        </a:rPr>
                        <a:t>Precision</a:t>
                      </a:r>
                      <a:endParaRPr lang="en-IN" sz="1000" b="1"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b="1" u="none" strike="noStrike">
                          <a:effectLst/>
                        </a:rPr>
                        <a:t>Recall</a:t>
                      </a:r>
                      <a:endParaRPr lang="en-IN" sz="1000" b="1"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b="1" u="none" strike="noStrike">
                          <a:effectLst/>
                        </a:rPr>
                        <a:t>F1-Score</a:t>
                      </a:r>
                      <a:endParaRPr lang="en-IN" sz="1000" b="1"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b="1" u="none" strike="noStrike" dirty="0">
                          <a:effectLst/>
                        </a:rPr>
                        <a:t>AUC</a:t>
                      </a:r>
                      <a:endParaRPr lang="en-IN" sz="1000" b="1" i="0" u="none" strike="noStrike" dirty="0">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4960960"/>
                  </a:ext>
                </a:extLst>
              </a:tr>
              <a:tr h="294646">
                <a:tc>
                  <a:txBody>
                    <a:bodyPr/>
                    <a:lstStyle/>
                    <a:p>
                      <a:pPr algn="ctr" fontAlgn="t"/>
                      <a:r>
                        <a:rPr lang="en-IN" sz="1000" b="1" u="none" strike="noStrike">
                          <a:effectLst/>
                        </a:rPr>
                        <a:t>Logistic Regression</a:t>
                      </a:r>
                      <a:endParaRPr lang="en-IN" sz="1000" b="1"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0.7902</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0.8643</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0.7902</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0.8137</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0.8897</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9217424"/>
                  </a:ext>
                </a:extLst>
              </a:tr>
              <a:tr h="294646">
                <a:tc>
                  <a:txBody>
                    <a:bodyPr/>
                    <a:lstStyle/>
                    <a:p>
                      <a:pPr algn="ctr" fontAlgn="t"/>
                      <a:r>
                        <a:rPr lang="en-IN" sz="1000" b="1" u="none" strike="noStrike" dirty="0">
                          <a:effectLst/>
                        </a:rPr>
                        <a:t>Decision Tree</a:t>
                      </a:r>
                      <a:endParaRPr lang="en-IN" sz="1000" b="1" i="0" u="none" strike="noStrike" dirty="0">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0.8036</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0.8317</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0.8036</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0.8153</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0.6998</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731307"/>
                  </a:ext>
                </a:extLst>
              </a:tr>
              <a:tr h="294646">
                <a:tc>
                  <a:txBody>
                    <a:bodyPr/>
                    <a:lstStyle/>
                    <a:p>
                      <a:pPr algn="ctr" fontAlgn="t"/>
                      <a:r>
                        <a:rPr lang="en-IN" sz="1000" b="1" u="none" strike="noStrike">
                          <a:effectLst/>
                        </a:rPr>
                        <a:t>Random Forest</a:t>
                      </a:r>
                      <a:endParaRPr lang="en-IN" sz="1000" b="1"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0.8281</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0.8398</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0.8281</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0.8334</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0.8151</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3242197"/>
                  </a:ext>
                </a:extLst>
              </a:tr>
              <a:tr h="294646">
                <a:tc>
                  <a:txBody>
                    <a:bodyPr/>
                    <a:lstStyle/>
                    <a:p>
                      <a:pPr algn="ctr" fontAlgn="t"/>
                      <a:r>
                        <a:rPr lang="en-IN" sz="1000" b="1" u="none" strike="noStrike" dirty="0" err="1">
                          <a:effectLst/>
                        </a:rPr>
                        <a:t>XGBoost</a:t>
                      </a:r>
                      <a:endParaRPr lang="en-IN" sz="1000" b="1" i="0" u="none" strike="noStrike" dirty="0">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0.7768</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0.8399</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0.7768</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0.7993</a:t>
                      </a:r>
                      <a:endParaRPr lang="en-IN" sz="1000" b="0" i="0" u="none" strike="noStrike">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dirty="0">
                          <a:effectLst/>
                        </a:rPr>
                        <a:t>0.822</a:t>
                      </a:r>
                      <a:endParaRPr lang="en-IN" sz="1000" b="0" i="0" u="none" strike="noStrike" dirty="0">
                        <a:solidFill>
                          <a:srgbClr val="000000"/>
                        </a:solidFill>
                        <a:effectLst/>
                        <a:latin typeface="Aptos Narrow" panose="020B0004020202020204" pitchFamily="34" charset="0"/>
                      </a:endParaRPr>
                    </a:p>
                  </a:txBody>
                  <a:tcPr marL="6916" marR="6916" marT="691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872541"/>
                  </a:ext>
                </a:extLst>
              </a:tr>
            </a:tbl>
          </a:graphicData>
        </a:graphic>
      </p:graphicFrame>
    </p:spTree>
    <p:extLst>
      <p:ext uri="{BB962C8B-B14F-4D97-AF65-F5344CB8AC3E}">
        <p14:creationId xmlns:p14="http://schemas.microsoft.com/office/powerpoint/2010/main" val="596631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A818BC38-58C4-8024-C0E1-D9464AC3F9B9}"/>
            </a:ext>
          </a:extLst>
        </p:cNvPr>
        <p:cNvGrpSpPr/>
        <p:nvPr/>
      </p:nvGrpSpPr>
      <p:grpSpPr>
        <a:xfrm>
          <a:off x="0" y="0"/>
          <a:ext cx="0" cy="0"/>
          <a:chOff x="0" y="0"/>
          <a:chExt cx="0" cy="0"/>
        </a:xfrm>
      </p:grpSpPr>
      <p:sp>
        <p:nvSpPr>
          <p:cNvPr id="143" name="Google Shape;143;p23">
            <a:extLst>
              <a:ext uri="{FF2B5EF4-FFF2-40B4-BE49-F238E27FC236}">
                <a16:creationId xmlns:a16="http://schemas.microsoft.com/office/drawing/2014/main" id="{8FA84764-B94A-FCFD-63A4-37C1DB836112}"/>
              </a:ext>
            </a:extLst>
          </p:cNvPr>
          <p:cNvSpPr txBox="1">
            <a:spLocks noGrp="1"/>
          </p:cNvSpPr>
          <p:nvPr>
            <p:ph type="title"/>
          </p:nvPr>
        </p:nvSpPr>
        <p:spPr>
          <a:xfrm>
            <a:off x="51205" y="127678"/>
            <a:ext cx="7617956" cy="638829"/>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sz="2400" dirty="0"/>
              <a:t>Models and Evaluation (With Hyper Parameter tuning)</a:t>
            </a:r>
            <a:endParaRPr sz="2400" dirty="0"/>
          </a:p>
        </p:txBody>
      </p:sp>
      <p:sp>
        <p:nvSpPr>
          <p:cNvPr id="4" name="TextBox 3">
            <a:extLst>
              <a:ext uri="{FF2B5EF4-FFF2-40B4-BE49-F238E27FC236}">
                <a16:creationId xmlns:a16="http://schemas.microsoft.com/office/drawing/2014/main" id="{B87FA8AC-A004-09DB-320D-5325F033188E}"/>
              </a:ext>
            </a:extLst>
          </p:cNvPr>
          <p:cNvSpPr txBox="1"/>
          <p:nvPr/>
        </p:nvSpPr>
        <p:spPr>
          <a:xfrm>
            <a:off x="191315" y="829965"/>
            <a:ext cx="8053034" cy="1838388"/>
          </a:xfrm>
          <a:prstGeom prst="rect">
            <a:avLst/>
          </a:prstGeom>
          <a:noFill/>
        </p:spPr>
        <p:txBody>
          <a:bodyPr wrap="square" rtlCol="0">
            <a:spAutoFit/>
          </a:bodyPr>
          <a:lstStyle/>
          <a:p>
            <a:pPr algn="just">
              <a:lnSpc>
                <a:spcPct val="150000"/>
              </a:lnSpc>
            </a:pPr>
            <a:r>
              <a:rPr lang="en-US" sz="1100" dirty="0"/>
              <a:t>.</a:t>
            </a:r>
          </a:p>
          <a:p>
            <a:pPr marL="171450" indent="-171450" algn="just">
              <a:lnSpc>
                <a:spcPct val="150000"/>
              </a:lnSpc>
              <a:buFont typeface="Wingdings" panose="05000000000000000000" pitchFamily="2" charset="2"/>
              <a:buChar char="q"/>
            </a:pPr>
            <a:r>
              <a:rPr lang="en-US" sz="1100" dirty="0"/>
              <a:t>Logistic Regression with HP achieves an excellent AUC (0.8917) and strong precision, making it reliable for class separation.</a:t>
            </a:r>
          </a:p>
          <a:p>
            <a:pPr marL="171450" indent="-171450" algn="just">
              <a:lnSpc>
                <a:spcPct val="150000"/>
              </a:lnSpc>
              <a:buFont typeface="Wingdings" panose="05000000000000000000" pitchFamily="2" charset="2"/>
              <a:buChar char="q"/>
            </a:pPr>
            <a:r>
              <a:rPr lang="en-US" sz="1100" dirty="0"/>
              <a:t>Decision Tree with HP provides good accuracy but a relatively low AUC (0.6972), indicating limited predictive power.</a:t>
            </a:r>
          </a:p>
          <a:p>
            <a:pPr marL="171450" indent="-171450" algn="just">
              <a:lnSpc>
                <a:spcPct val="150000"/>
              </a:lnSpc>
              <a:buFont typeface="Wingdings" panose="05000000000000000000" pitchFamily="2" charset="2"/>
              <a:buChar char="q"/>
            </a:pPr>
            <a:r>
              <a:rPr lang="en-US" sz="1100" dirty="0"/>
              <a:t>Random Forest with HP provides a well-balanced performance across all metrics, making it a robust and consistent model.</a:t>
            </a:r>
          </a:p>
          <a:p>
            <a:pPr marL="171450" indent="-171450" algn="just">
              <a:lnSpc>
                <a:spcPct val="150000"/>
              </a:lnSpc>
              <a:buFont typeface="Wingdings" panose="05000000000000000000" pitchFamily="2" charset="2"/>
              <a:buChar char="q"/>
            </a:pPr>
            <a:r>
              <a:rPr lang="en-US" sz="1100" dirty="0" err="1"/>
              <a:t>XGBoost</a:t>
            </a:r>
            <a:r>
              <a:rPr lang="en-US" sz="1100" dirty="0"/>
              <a:t> with HP outperforms all models with the highest F1-score (0.8509) and accuracy (0.8482), ideal for precise and scalable predictions.</a:t>
            </a:r>
          </a:p>
        </p:txBody>
      </p:sp>
      <p:graphicFrame>
        <p:nvGraphicFramePr>
          <p:cNvPr id="2" name="Table 1">
            <a:extLst>
              <a:ext uri="{FF2B5EF4-FFF2-40B4-BE49-F238E27FC236}">
                <a16:creationId xmlns:a16="http://schemas.microsoft.com/office/drawing/2014/main" id="{5E8B1FCE-F22F-961B-01B7-FE09D7047AFE}"/>
              </a:ext>
            </a:extLst>
          </p:cNvPr>
          <p:cNvGraphicFramePr>
            <a:graphicFrameLocks noGrp="1"/>
          </p:cNvGraphicFramePr>
          <p:nvPr>
            <p:extLst>
              <p:ext uri="{D42A27DB-BD31-4B8C-83A1-F6EECF244321}">
                <p14:modId xmlns:p14="http://schemas.microsoft.com/office/powerpoint/2010/main" val="2957633242"/>
              </p:ext>
            </p:extLst>
          </p:nvPr>
        </p:nvGraphicFramePr>
        <p:xfrm>
          <a:off x="1836176" y="3031397"/>
          <a:ext cx="6408173" cy="1444370"/>
        </p:xfrm>
        <a:graphic>
          <a:graphicData uri="http://schemas.openxmlformats.org/drawingml/2006/table">
            <a:tbl>
              <a:tblPr>
                <a:tableStyleId>{5C22544A-7EE6-4342-B048-85BDC9FD1C3A}</a:tableStyleId>
              </a:tblPr>
              <a:tblGrid>
                <a:gridCol w="2645909">
                  <a:extLst>
                    <a:ext uri="{9D8B030D-6E8A-4147-A177-3AD203B41FA5}">
                      <a16:colId xmlns:a16="http://schemas.microsoft.com/office/drawing/2014/main" val="2230026941"/>
                    </a:ext>
                  </a:extLst>
                </a:gridCol>
                <a:gridCol w="756264">
                  <a:extLst>
                    <a:ext uri="{9D8B030D-6E8A-4147-A177-3AD203B41FA5}">
                      <a16:colId xmlns:a16="http://schemas.microsoft.com/office/drawing/2014/main" val="1993173631"/>
                    </a:ext>
                  </a:extLst>
                </a:gridCol>
                <a:gridCol w="751500">
                  <a:extLst>
                    <a:ext uri="{9D8B030D-6E8A-4147-A177-3AD203B41FA5}">
                      <a16:colId xmlns:a16="http://schemas.microsoft.com/office/drawing/2014/main" val="4107111087"/>
                    </a:ext>
                  </a:extLst>
                </a:gridCol>
                <a:gridCol w="751500">
                  <a:extLst>
                    <a:ext uri="{9D8B030D-6E8A-4147-A177-3AD203B41FA5}">
                      <a16:colId xmlns:a16="http://schemas.microsoft.com/office/drawing/2014/main" val="3190302414"/>
                    </a:ext>
                  </a:extLst>
                </a:gridCol>
                <a:gridCol w="751500">
                  <a:extLst>
                    <a:ext uri="{9D8B030D-6E8A-4147-A177-3AD203B41FA5}">
                      <a16:colId xmlns:a16="http://schemas.microsoft.com/office/drawing/2014/main" val="3122159781"/>
                    </a:ext>
                  </a:extLst>
                </a:gridCol>
                <a:gridCol w="751500">
                  <a:extLst>
                    <a:ext uri="{9D8B030D-6E8A-4147-A177-3AD203B41FA5}">
                      <a16:colId xmlns:a16="http://schemas.microsoft.com/office/drawing/2014/main" val="2141319068"/>
                    </a:ext>
                  </a:extLst>
                </a:gridCol>
              </a:tblGrid>
              <a:tr h="288874">
                <a:tc>
                  <a:txBody>
                    <a:bodyPr/>
                    <a:lstStyle/>
                    <a:p>
                      <a:pPr algn="ctr" fontAlgn="t"/>
                      <a:r>
                        <a:rPr lang="en-IN" sz="1000" b="1" u="none" strike="noStrike" dirty="0">
                          <a:effectLst/>
                        </a:rPr>
                        <a:t>Model</a:t>
                      </a:r>
                      <a:endParaRPr lang="en-IN" sz="1000" b="1"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b="1" u="none" strike="noStrike" dirty="0">
                          <a:effectLst/>
                        </a:rPr>
                        <a:t>Accuracy</a:t>
                      </a:r>
                      <a:endParaRPr lang="en-IN" sz="1000" b="1"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b="1" u="none" strike="noStrike" dirty="0">
                          <a:effectLst/>
                        </a:rPr>
                        <a:t>Precision</a:t>
                      </a:r>
                      <a:endParaRPr lang="en-IN" sz="1000" b="1"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b="1" u="none" strike="noStrike" dirty="0">
                          <a:effectLst/>
                        </a:rPr>
                        <a:t>Recall</a:t>
                      </a:r>
                      <a:endParaRPr lang="en-IN" sz="1000" b="1"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b="1" u="none" strike="noStrike" dirty="0">
                          <a:effectLst/>
                        </a:rPr>
                        <a:t>F1-Score</a:t>
                      </a:r>
                      <a:endParaRPr lang="en-IN" sz="1000" b="1"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b="1" u="none" strike="noStrike" dirty="0">
                          <a:effectLst/>
                        </a:rPr>
                        <a:t>AUC</a:t>
                      </a:r>
                      <a:endParaRPr lang="en-IN" sz="1000" b="1"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153193"/>
                  </a:ext>
                </a:extLst>
              </a:tr>
              <a:tr h="288874">
                <a:tc>
                  <a:txBody>
                    <a:bodyPr/>
                    <a:lstStyle/>
                    <a:p>
                      <a:pPr algn="ctr" fontAlgn="t"/>
                      <a:r>
                        <a:rPr lang="en-IN" sz="1000" b="1" u="none" strike="noStrike">
                          <a:effectLst/>
                        </a:rPr>
                        <a:t>Logistic Regression with (HP)</a:t>
                      </a:r>
                      <a:endParaRPr lang="en-IN" sz="1000" b="1"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0.8013</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0.87</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0.8013</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0.823</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dirty="0">
                          <a:effectLst/>
                        </a:rPr>
                        <a:t>0.8917</a:t>
                      </a:r>
                      <a:endParaRPr lang="en-IN" sz="1000" b="0"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2419052"/>
                  </a:ext>
                </a:extLst>
              </a:tr>
              <a:tr h="288874">
                <a:tc>
                  <a:txBody>
                    <a:bodyPr/>
                    <a:lstStyle/>
                    <a:p>
                      <a:pPr algn="ctr" fontAlgn="t"/>
                      <a:r>
                        <a:rPr lang="en-IN" sz="1000" b="1" u="none" strike="noStrike">
                          <a:effectLst/>
                        </a:rPr>
                        <a:t>Decision Tree with HP</a:t>
                      </a:r>
                      <a:endParaRPr lang="en-IN" sz="1000" b="1"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0.8103</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0.8298</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0.8103</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0.8188</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dirty="0">
                          <a:effectLst/>
                        </a:rPr>
                        <a:t>0.6972</a:t>
                      </a:r>
                      <a:endParaRPr lang="en-IN" sz="1000" b="0"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1892810"/>
                  </a:ext>
                </a:extLst>
              </a:tr>
              <a:tr h="288874">
                <a:tc>
                  <a:txBody>
                    <a:bodyPr/>
                    <a:lstStyle/>
                    <a:p>
                      <a:pPr algn="ctr" fontAlgn="t"/>
                      <a:r>
                        <a:rPr lang="en-IN" sz="1000" b="1" u="none" strike="noStrike">
                          <a:effectLst/>
                        </a:rPr>
                        <a:t>Random Forest with HP</a:t>
                      </a:r>
                      <a:endParaRPr lang="en-IN" sz="1000" b="1"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0.8281</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0.8398</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0.8281</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0.8334</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dirty="0">
                          <a:effectLst/>
                        </a:rPr>
                        <a:t>0.8151</a:t>
                      </a:r>
                      <a:endParaRPr lang="en-IN" sz="1000" b="0"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553176"/>
                  </a:ext>
                </a:extLst>
              </a:tr>
              <a:tr h="288874">
                <a:tc>
                  <a:txBody>
                    <a:bodyPr/>
                    <a:lstStyle/>
                    <a:p>
                      <a:pPr algn="ctr" fontAlgn="t"/>
                      <a:r>
                        <a:rPr lang="en-IN" sz="1000" b="1" u="none" strike="noStrike" dirty="0" err="1">
                          <a:effectLst/>
                        </a:rPr>
                        <a:t>XGBoost</a:t>
                      </a:r>
                      <a:r>
                        <a:rPr lang="en-IN" sz="1000" b="1" u="none" strike="noStrike" dirty="0">
                          <a:effectLst/>
                        </a:rPr>
                        <a:t> with HP</a:t>
                      </a:r>
                      <a:endParaRPr lang="en-IN" sz="1000" b="1"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0.8482</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0.8539</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0.8482</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a:effectLst/>
                        </a:rPr>
                        <a:t>0.8509</a:t>
                      </a:r>
                      <a:endParaRPr lang="en-IN" sz="1000" b="0" i="0" u="none" strike="noStrike">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IN" sz="1000" u="none" strike="noStrike" dirty="0">
                          <a:effectLst/>
                        </a:rPr>
                        <a:t>0.8335</a:t>
                      </a:r>
                      <a:endParaRPr lang="en-IN" sz="1000" b="0" i="0" u="none" strike="noStrike" dirty="0">
                        <a:solidFill>
                          <a:srgbClr val="000000"/>
                        </a:solidFill>
                        <a:effectLst/>
                        <a:latin typeface="Aptos Narrow" panose="020B0004020202020204" pitchFamily="34" charset="0"/>
                      </a:endParaRPr>
                    </a:p>
                  </a:txBody>
                  <a:tcPr marL="6916" marR="6916" marT="691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4500696"/>
                  </a:ext>
                </a:extLst>
              </a:tr>
            </a:tbl>
          </a:graphicData>
        </a:graphic>
      </p:graphicFrame>
    </p:spTree>
    <p:extLst>
      <p:ext uri="{BB962C8B-B14F-4D97-AF65-F5344CB8AC3E}">
        <p14:creationId xmlns:p14="http://schemas.microsoft.com/office/powerpoint/2010/main" val="239869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40AB7-7432-2D10-8CCE-4606CA27D6E9}"/>
              </a:ext>
            </a:extLst>
          </p:cNvPr>
          <p:cNvSpPr>
            <a:spLocks noGrp="1"/>
          </p:cNvSpPr>
          <p:nvPr>
            <p:ph type="title"/>
          </p:nvPr>
        </p:nvSpPr>
        <p:spPr>
          <a:xfrm>
            <a:off x="457200" y="238999"/>
            <a:ext cx="8229600" cy="857250"/>
          </a:xfrm>
        </p:spPr>
        <p:txBody>
          <a:bodyPr wrap="square" anchor="ctr">
            <a:normAutofit/>
          </a:bodyPr>
          <a:lstStyle/>
          <a:p>
            <a:r>
              <a:rPr lang="en-US" dirty="0"/>
              <a:t>Summary</a:t>
            </a:r>
          </a:p>
        </p:txBody>
      </p:sp>
      <p:sp>
        <p:nvSpPr>
          <p:cNvPr id="3" name="Rectangle 1">
            <a:extLst>
              <a:ext uri="{FF2B5EF4-FFF2-40B4-BE49-F238E27FC236}">
                <a16:creationId xmlns:a16="http://schemas.microsoft.com/office/drawing/2014/main" id="{917D1584-0EA3-AEB1-9184-B09D61FE3158}"/>
              </a:ext>
            </a:extLst>
          </p:cNvPr>
          <p:cNvSpPr>
            <a:spLocks noGrp="1" noChangeArrowheads="1"/>
          </p:cNvSpPr>
          <p:nvPr>
            <p:ph sz="half" idx="1"/>
          </p:nvPr>
        </p:nvSpPr>
        <p:spPr bwMode="auto">
          <a:xfrm>
            <a:off x="154681" y="1178437"/>
            <a:ext cx="8229600" cy="360003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eaLnBrk="0" fontAlgn="base" hangingPunct="0">
              <a:spcBef>
                <a:spcPct val="0"/>
              </a:spcBef>
              <a:spcAft>
                <a:spcPts val="600"/>
              </a:spcAft>
              <a:buClrTx/>
              <a:buSzTx/>
              <a:buFont typeface="Wingdings" panose="05000000000000000000" pitchFamily="2" charset="2"/>
              <a:buChar char="q"/>
            </a:pPr>
            <a:r>
              <a:rPr lang="en-US" sz="1400" b="1" dirty="0" err="1">
                <a:solidFill>
                  <a:schemeClr val="tx2">
                    <a:lumMod val="60000"/>
                    <a:lumOff val="40000"/>
                  </a:schemeClr>
                </a:solidFill>
              </a:rPr>
              <a:t>XGBoost</a:t>
            </a:r>
            <a:r>
              <a:rPr lang="en-US" sz="1400" b="1" dirty="0">
                <a:solidFill>
                  <a:schemeClr val="tx2">
                    <a:lumMod val="60000"/>
                    <a:lumOff val="40000"/>
                  </a:schemeClr>
                </a:solidFill>
              </a:rPr>
              <a:t> with hyper parameter </a:t>
            </a:r>
            <a:r>
              <a:rPr lang="en-US" sz="1400" dirty="0"/>
              <a:t>tuning achieved the highest overall performance with an F1-score of 0.8509, accuracy of 0.8482, and a strong AUC of 0.8335. This shows that the model has a strong balance between correctly identifying positive responses while minimizing false positives and false negatives.</a:t>
            </a:r>
          </a:p>
          <a:p>
            <a:pPr eaLnBrk="0" fontAlgn="base" hangingPunct="0">
              <a:spcBef>
                <a:spcPct val="0"/>
              </a:spcBef>
              <a:spcAft>
                <a:spcPts val="600"/>
              </a:spcAft>
              <a:buClrTx/>
              <a:buSzTx/>
              <a:buFont typeface="Wingdings" panose="05000000000000000000" pitchFamily="2" charset="2"/>
              <a:buChar char="q"/>
            </a:pPr>
            <a:r>
              <a:rPr lang="en-US" sz="1400" dirty="0"/>
              <a:t>Considering the base model </a:t>
            </a:r>
            <a:r>
              <a:rPr lang="en-US" sz="1400" b="1" dirty="0">
                <a:solidFill>
                  <a:schemeClr val="tx2">
                    <a:lumMod val="60000"/>
                    <a:lumOff val="40000"/>
                  </a:schemeClr>
                </a:solidFill>
              </a:rPr>
              <a:t>Logistic regression with hyperparameter </a:t>
            </a:r>
            <a:r>
              <a:rPr lang="en-US" sz="1400" dirty="0"/>
              <a:t>tuning also showed the highest AUC of 0.8917 and precision of 0.87, but its F1-score was lower (0.823) compared to </a:t>
            </a:r>
            <a:r>
              <a:rPr lang="en-US" sz="1400" dirty="0" err="1"/>
              <a:t>XGBoost</a:t>
            </a:r>
            <a:r>
              <a:rPr lang="en-US" sz="1400" dirty="0"/>
              <a:t> with hyperparameter tuning (0.8509) highlighting that it is less balanced for this particular classification task.</a:t>
            </a:r>
          </a:p>
          <a:p>
            <a:pPr eaLnBrk="0" fontAlgn="base" hangingPunct="0">
              <a:spcBef>
                <a:spcPct val="0"/>
              </a:spcBef>
              <a:spcAft>
                <a:spcPts val="600"/>
              </a:spcAft>
              <a:buClrTx/>
              <a:buSzTx/>
              <a:buFont typeface="Wingdings" panose="05000000000000000000" pitchFamily="2" charset="2"/>
              <a:buChar char="q"/>
            </a:pPr>
            <a:r>
              <a:rPr lang="en-US" sz="1400" b="1" dirty="0">
                <a:solidFill>
                  <a:schemeClr val="tx2">
                    <a:lumMod val="60000"/>
                    <a:lumOff val="40000"/>
                  </a:schemeClr>
                </a:solidFill>
              </a:rPr>
              <a:t>Random forest </a:t>
            </a:r>
            <a:r>
              <a:rPr lang="en-US" sz="1400" dirty="0"/>
              <a:t>also demonstrated strong and stable results with F1 score of 0.8334 and highest mean F1 score of 0.9219 when compared with </a:t>
            </a:r>
            <a:r>
              <a:rPr lang="en-US" sz="1400" dirty="0" err="1"/>
              <a:t>XGBoost</a:t>
            </a:r>
            <a:r>
              <a:rPr lang="en-US" sz="1400" dirty="0"/>
              <a:t> with Hyper parameter tuning outperformed in the overall performance metrics.</a:t>
            </a:r>
          </a:p>
          <a:p>
            <a:pPr eaLnBrk="0" fontAlgn="base" hangingPunct="0">
              <a:spcBef>
                <a:spcPct val="0"/>
              </a:spcBef>
              <a:spcAft>
                <a:spcPts val="600"/>
              </a:spcAft>
              <a:buClrTx/>
              <a:buSzTx/>
              <a:buFont typeface="Wingdings" panose="05000000000000000000" pitchFamily="2" charset="2"/>
              <a:buChar char="q"/>
            </a:pPr>
            <a:r>
              <a:rPr lang="en-US" sz="1400" b="1" dirty="0">
                <a:solidFill>
                  <a:schemeClr val="tx2">
                    <a:lumMod val="60000"/>
                    <a:lumOff val="40000"/>
                  </a:schemeClr>
                </a:solidFill>
              </a:rPr>
              <a:t>Decision Tree </a:t>
            </a:r>
            <a:r>
              <a:rPr lang="en-US" sz="1400" dirty="0"/>
              <a:t>has lower AUC values of 0.699 indicating limited power in classifying the classes when compared to other models</a:t>
            </a:r>
          </a:p>
          <a:p>
            <a:pPr eaLnBrk="0" fontAlgn="base" hangingPunct="0">
              <a:spcBef>
                <a:spcPct val="0"/>
              </a:spcBef>
              <a:spcAft>
                <a:spcPts val="600"/>
              </a:spcAft>
              <a:buClrTx/>
              <a:buSzTx/>
              <a:buFont typeface="Wingdings" panose="05000000000000000000" pitchFamily="2" charset="2"/>
              <a:buChar char="q"/>
            </a:pPr>
            <a:endParaRPr lang="en-US" sz="1400" dirty="0"/>
          </a:p>
          <a:p>
            <a:pPr eaLnBrk="0" fontAlgn="base" hangingPunct="0">
              <a:spcBef>
                <a:spcPct val="0"/>
              </a:spcBef>
              <a:spcAft>
                <a:spcPts val="600"/>
              </a:spcAft>
              <a:buClrTx/>
              <a:buSzTx/>
              <a:buFont typeface="Wingdings" panose="05000000000000000000" pitchFamily="2" charset="2"/>
              <a:buChar char="q"/>
            </a:pPr>
            <a:endParaRPr lang="en-US" sz="1400" dirty="0"/>
          </a:p>
        </p:txBody>
      </p:sp>
    </p:spTree>
    <p:extLst>
      <p:ext uri="{BB962C8B-B14F-4D97-AF65-F5344CB8AC3E}">
        <p14:creationId xmlns:p14="http://schemas.microsoft.com/office/powerpoint/2010/main" val="3389292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457200" y="238999"/>
            <a:ext cx="8229600" cy="8574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2400" dirty="0"/>
              <a:t>Conclusion</a:t>
            </a:r>
            <a:endParaRPr sz="2400" dirty="0"/>
          </a:p>
        </p:txBody>
      </p:sp>
      <p:sp>
        <p:nvSpPr>
          <p:cNvPr id="151" name="Google Shape;151;p24"/>
          <p:cNvSpPr txBox="1">
            <a:spLocks noGrp="1"/>
          </p:cNvSpPr>
          <p:nvPr>
            <p:ph type="body" idx="2"/>
          </p:nvPr>
        </p:nvSpPr>
        <p:spPr>
          <a:xfrm>
            <a:off x="457200" y="887555"/>
            <a:ext cx="8229600" cy="2022494"/>
          </a:xfrm>
          <a:prstGeom prst="rect">
            <a:avLst/>
          </a:prstGeom>
        </p:spPr>
        <p:txBody>
          <a:bodyPr spcFirstLastPara="1" wrap="square" lIns="91425" tIns="45700" rIns="91425" bIns="45700" anchor="t" anchorCtr="0">
            <a:normAutofit/>
          </a:bodyPr>
          <a:lstStyle/>
          <a:p>
            <a:pPr lvl="0" algn="l" rtl="0">
              <a:spcBef>
                <a:spcPts val="320"/>
              </a:spcBef>
              <a:spcAft>
                <a:spcPts val="0"/>
              </a:spcAft>
              <a:buSzPts val="1600"/>
              <a:buFont typeface="Wingdings" panose="05000000000000000000" pitchFamily="2" charset="2"/>
              <a:buChar char="q"/>
            </a:pPr>
            <a:r>
              <a:rPr lang="en-US" sz="1400" dirty="0"/>
              <a:t>From a Business perspective we can conclude that </a:t>
            </a:r>
            <a:r>
              <a:rPr lang="en-US" sz="1400" b="1" dirty="0" err="1">
                <a:solidFill>
                  <a:schemeClr val="tx2">
                    <a:lumMod val="60000"/>
                    <a:lumOff val="40000"/>
                  </a:schemeClr>
                </a:solidFill>
              </a:rPr>
              <a:t>XGBoost</a:t>
            </a:r>
            <a:r>
              <a:rPr lang="en-US" sz="1400" b="1" dirty="0">
                <a:solidFill>
                  <a:schemeClr val="tx2">
                    <a:lumMod val="60000"/>
                    <a:lumOff val="40000"/>
                  </a:schemeClr>
                </a:solidFill>
              </a:rPr>
              <a:t> with hyperparameter </a:t>
            </a:r>
            <a:r>
              <a:rPr lang="en-US" sz="1400" dirty="0"/>
              <a:t>tuning provides most accurate and balanced predictions for identifying customers likely to respond to marketing campaigns.</a:t>
            </a:r>
          </a:p>
          <a:p>
            <a:pPr lvl="0" algn="l" rtl="0">
              <a:spcBef>
                <a:spcPts val="320"/>
              </a:spcBef>
              <a:spcAft>
                <a:spcPts val="0"/>
              </a:spcAft>
              <a:buSzPts val="1600"/>
              <a:buFont typeface="Wingdings" panose="05000000000000000000" pitchFamily="2" charset="2"/>
              <a:buChar char="q"/>
            </a:pPr>
            <a:r>
              <a:rPr lang="en-US" sz="1400" dirty="0"/>
              <a:t>Because of its </a:t>
            </a:r>
            <a:r>
              <a:rPr lang="en-US" sz="1400" b="1" dirty="0">
                <a:solidFill>
                  <a:schemeClr val="tx2">
                    <a:lumMod val="60000"/>
                    <a:lumOff val="40000"/>
                  </a:schemeClr>
                </a:solidFill>
              </a:rPr>
              <a:t>strong precision and recall </a:t>
            </a:r>
            <a:r>
              <a:rPr lang="en-US" sz="1400" dirty="0"/>
              <a:t>it enables precise customer targeting and reduces unnecessary marketing efforts while boosting engagement rates which helps the business to optimize the effectives of the campaign to obtain higher returns on investment.</a:t>
            </a:r>
            <a:endParaRPr sz="1400" dirty="0"/>
          </a:p>
        </p:txBody>
      </p:sp>
      <p:sp>
        <p:nvSpPr>
          <p:cNvPr id="3" name="Google Shape;150;p24">
            <a:extLst>
              <a:ext uri="{FF2B5EF4-FFF2-40B4-BE49-F238E27FC236}">
                <a16:creationId xmlns:a16="http://schemas.microsoft.com/office/drawing/2014/main" id="{EBE52B01-4A65-61F1-01A6-3AA58CA7D9A5}"/>
              </a:ext>
            </a:extLst>
          </p:cNvPr>
          <p:cNvSpPr txBox="1">
            <a:spLocks/>
          </p:cNvSpPr>
          <p:nvPr/>
        </p:nvSpPr>
        <p:spPr>
          <a:xfrm>
            <a:off x="457200" y="2301315"/>
            <a:ext cx="8229600" cy="857400"/>
          </a:xfrm>
          <a:prstGeom prst="rect">
            <a:avLst/>
          </a:prstGeom>
          <a:noFill/>
          <a:ln>
            <a:noFill/>
          </a:ln>
        </p:spPr>
        <p:txBody>
          <a:bodyPr spcFirstLastPara="1" vert="horz" wrap="square" lIns="91425" tIns="45700" rIns="91425" bIns="45700" rtlCol="0" anchor="ctr" anchorCtr="0">
            <a:normAutofit/>
          </a:bodyPr>
          <a:lstStyle>
            <a:lvl1pPr lvl="0" algn="ctr" defTabSz="457200" rtl="0" eaLnBrk="1" latinLnBrk="0" hangingPunct="1">
              <a:spcBef>
                <a:spcPts val="0"/>
              </a:spcBef>
              <a:spcAft>
                <a:spcPts val="0"/>
              </a:spcAft>
              <a:buClr>
                <a:schemeClr val="dk1"/>
              </a:buClr>
              <a:buSzPts val="3200"/>
              <a:buFont typeface="Arial"/>
              <a:buNone/>
              <a:defRPr sz="3200" b="1" i="0" kern="1200">
                <a:solidFill>
                  <a:schemeClr val="tx1"/>
                </a:solidFill>
                <a:latin typeface="Arial" panose="020B0604020202020204" pitchFamily="34" charset="0"/>
                <a:ea typeface="+mj-ea"/>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sz="2400" dirty="0"/>
              <a:t>Future Scope</a:t>
            </a:r>
          </a:p>
        </p:txBody>
      </p:sp>
      <p:sp>
        <p:nvSpPr>
          <p:cNvPr id="4" name="Google Shape;151;p24">
            <a:extLst>
              <a:ext uri="{FF2B5EF4-FFF2-40B4-BE49-F238E27FC236}">
                <a16:creationId xmlns:a16="http://schemas.microsoft.com/office/drawing/2014/main" id="{B18506EF-3EDF-09B9-8F84-79C7DA663B30}"/>
              </a:ext>
            </a:extLst>
          </p:cNvPr>
          <p:cNvSpPr txBox="1">
            <a:spLocks/>
          </p:cNvSpPr>
          <p:nvPr/>
        </p:nvSpPr>
        <p:spPr>
          <a:xfrm>
            <a:off x="457200" y="3075007"/>
            <a:ext cx="8229600" cy="1285867"/>
          </a:xfrm>
          <a:prstGeom prst="rect">
            <a:avLst/>
          </a:prstGeom>
          <a:noFill/>
          <a:ln>
            <a:noFill/>
          </a:ln>
        </p:spPr>
        <p:txBody>
          <a:bodyPr spcFirstLastPara="1" vert="horz" wrap="square" lIns="91425" tIns="45700" rIns="91425" bIns="45700" rtlCol="0" anchor="t" anchorCtr="0">
            <a:normAutofit/>
          </a:bodyPr>
          <a:lstStyle>
            <a:lvl1pPr marL="457200" lvl="0" indent="-330200" algn="l" defTabSz="457200" rtl="0" eaLnBrk="1" latinLnBrk="0" hangingPunct="1">
              <a:spcBef>
                <a:spcPts val="320"/>
              </a:spcBef>
              <a:spcAft>
                <a:spcPts val="0"/>
              </a:spcAft>
              <a:buClr>
                <a:schemeClr val="dk1"/>
              </a:buClr>
              <a:buSzPts val="1600"/>
              <a:buFont typeface="Noto Sans Symbols"/>
              <a:buChar char="▪"/>
              <a:defRPr sz="1600" b="0" i="0" kern="1200">
                <a:solidFill>
                  <a:schemeClr val="tx1"/>
                </a:solidFill>
                <a:latin typeface="Arial" panose="020B0604020202020204" pitchFamily="34" charset="0"/>
                <a:ea typeface="+mn-ea"/>
                <a:cs typeface="Arial" panose="020B0604020202020204" pitchFamily="34" charset="0"/>
              </a:defRPr>
            </a:lvl1pPr>
            <a:lvl2pPr marL="914400" lvl="1" indent="-330200" algn="l" defTabSz="457200" rtl="0" eaLnBrk="1" latinLnBrk="0" hangingPunct="1">
              <a:spcBef>
                <a:spcPts val="320"/>
              </a:spcBef>
              <a:spcAft>
                <a:spcPts val="0"/>
              </a:spcAft>
              <a:buClr>
                <a:schemeClr val="dk1"/>
              </a:buClr>
              <a:buSzPts val="1600"/>
              <a:buFont typeface="Noto Sans Symbols"/>
              <a:buChar char="▪"/>
              <a:defRPr sz="1600" b="0" i="0" kern="1200">
                <a:solidFill>
                  <a:schemeClr val="tx1"/>
                </a:solidFill>
                <a:latin typeface="Arial" panose="020B0604020202020204" pitchFamily="34" charset="0"/>
                <a:ea typeface="+mn-ea"/>
                <a:cs typeface="Arial" panose="020B0604020202020204" pitchFamily="34" charset="0"/>
              </a:defRPr>
            </a:lvl2pPr>
            <a:lvl3pPr marL="1371600" lvl="2" indent="-330200" algn="l" defTabSz="457200" rtl="0" eaLnBrk="1" latinLnBrk="0" hangingPunct="1">
              <a:spcBef>
                <a:spcPts val="320"/>
              </a:spcBef>
              <a:spcAft>
                <a:spcPts val="0"/>
              </a:spcAft>
              <a:buClr>
                <a:schemeClr val="dk1"/>
              </a:buClr>
              <a:buSzPts val="1600"/>
              <a:buFont typeface="Noto Sans Symbols"/>
              <a:buChar char="▪"/>
              <a:defRPr sz="1600" b="0" i="0" kern="1200">
                <a:solidFill>
                  <a:schemeClr val="tx1"/>
                </a:solidFill>
                <a:latin typeface="Arial" panose="020B0604020202020204" pitchFamily="34" charset="0"/>
                <a:ea typeface="+mn-ea"/>
                <a:cs typeface="Arial" panose="020B0604020202020204" pitchFamily="34" charset="0"/>
              </a:defRPr>
            </a:lvl3pPr>
            <a:lvl4pPr marL="1828800" lvl="3" indent="-330200" algn="l" defTabSz="457200" rtl="0" eaLnBrk="1" latinLnBrk="0" hangingPunct="1">
              <a:spcBef>
                <a:spcPts val="320"/>
              </a:spcBef>
              <a:spcAft>
                <a:spcPts val="0"/>
              </a:spcAft>
              <a:buClr>
                <a:schemeClr val="dk1"/>
              </a:buClr>
              <a:buSzPts val="1600"/>
              <a:buFont typeface="Noto Sans Symbols"/>
              <a:buChar char="▪"/>
              <a:defRPr sz="1600" kern="1200">
                <a:solidFill>
                  <a:schemeClr val="tx1"/>
                </a:solidFill>
                <a:latin typeface="Helvetica" pitchFamily="2" charset="0"/>
                <a:ea typeface="+mn-ea"/>
                <a:cs typeface="+mn-cs"/>
              </a:defRPr>
            </a:lvl4pPr>
            <a:lvl5pPr marL="2286000" lvl="4" indent="-342900" algn="l" defTabSz="457200" rtl="0" eaLnBrk="1" latinLnBrk="0" hangingPunct="1">
              <a:spcBef>
                <a:spcPts val="360"/>
              </a:spcBef>
              <a:spcAft>
                <a:spcPts val="0"/>
              </a:spcAft>
              <a:buClr>
                <a:schemeClr val="dk1"/>
              </a:buClr>
              <a:buSzPts val="1800"/>
              <a:buFont typeface="Noto Sans Symbols"/>
              <a:buChar char="▪"/>
              <a:defRPr sz="1800" kern="1200">
                <a:solidFill>
                  <a:schemeClr val="tx1"/>
                </a:solidFill>
                <a:latin typeface="Helvetica" pitchFamily="2" charset="0"/>
                <a:ea typeface="+mn-ea"/>
                <a:cs typeface="+mn-cs"/>
              </a:defRPr>
            </a:lvl5pPr>
            <a:lvl6pPr marL="2743200" lvl="5" indent="-342900" algn="l" defTabSz="457200" rtl="0" eaLnBrk="1" latinLnBrk="0" hangingPunct="1">
              <a:spcBef>
                <a:spcPts val="360"/>
              </a:spcBef>
              <a:spcAft>
                <a:spcPts val="0"/>
              </a:spcAft>
              <a:buClr>
                <a:schemeClr val="dk1"/>
              </a:buClr>
              <a:buSzPts val="1800"/>
              <a:buFont typeface="Arial"/>
              <a:buChar char="•"/>
              <a:defRPr sz="1800" kern="1200">
                <a:solidFill>
                  <a:schemeClr val="tx1"/>
                </a:solidFill>
                <a:latin typeface="+mn-lt"/>
                <a:ea typeface="+mn-ea"/>
                <a:cs typeface="+mn-cs"/>
              </a:defRPr>
            </a:lvl6pPr>
            <a:lvl7pPr marL="3200400" lvl="6" indent="-342900" algn="l" defTabSz="457200" rtl="0" eaLnBrk="1" latinLnBrk="0" hangingPunct="1">
              <a:spcBef>
                <a:spcPts val="360"/>
              </a:spcBef>
              <a:spcAft>
                <a:spcPts val="0"/>
              </a:spcAft>
              <a:buClr>
                <a:schemeClr val="dk1"/>
              </a:buClr>
              <a:buSzPts val="1800"/>
              <a:buFont typeface="Arial"/>
              <a:buChar char="•"/>
              <a:defRPr sz="1800" kern="1200">
                <a:solidFill>
                  <a:schemeClr val="tx1"/>
                </a:solidFill>
                <a:latin typeface="+mn-lt"/>
                <a:ea typeface="+mn-ea"/>
                <a:cs typeface="+mn-cs"/>
              </a:defRPr>
            </a:lvl7pPr>
            <a:lvl8pPr marL="3657600" lvl="7" indent="-342900" algn="l" defTabSz="457200" rtl="0" eaLnBrk="1" latinLnBrk="0" hangingPunct="1">
              <a:spcBef>
                <a:spcPts val="360"/>
              </a:spcBef>
              <a:spcAft>
                <a:spcPts val="0"/>
              </a:spcAft>
              <a:buClr>
                <a:schemeClr val="dk1"/>
              </a:buClr>
              <a:buSzPts val="1800"/>
              <a:buFont typeface="Arial"/>
              <a:buChar char="•"/>
              <a:defRPr sz="1800" kern="1200">
                <a:solidFill>
                  <a:schemeClr val="tx1"/>
                </a:solidFill>
                <a:latin typeface="+mn-lt"/>
                <a:ea typeface="+mn-ea"/>
                <a:cs typeface="+mn-cs"/>
              </a:defRPr>
            </a:lvl8pPr>
            <a:lvl9pPr marL="4114800" lvl="8" indent="-342900" algn="l" defTabSz="457200" rtl="0" eaLnBrk="1" latinLnBrk="0" hangingPunct="1">
              <a:spcBef>
                <a:spcPts val="360"/>
              </a:spcBef>
              <a:spcAft>
                <a:spcPts val="0"/>
              </a:spcAft>
              <a:buClr>
                <a:schemeClr val="dk1"/>
              </a:buClr>
              <a:buSzPts val="1800"/>
              <a:buFont typeface="Arial"/>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1400" dirty="0"/>
              <a:t>Performance of the model can be further enhanced by implementing advanced techniques like cost-sensitive learning to account for the imbalance in misclassification impact.</a:t>
            </a:r>
          </a:p>
          <a:p>
            <a:pPr>
              <a:buFont typeface="Wingdings" panose="05000000000000000000" pitchFamily="2" charset="2"/>
              <a:buChar char="q"/>
            </a:pPr>
            <a:r>
              <a:rPr lang="en-US" sz="1400" dirty="0"/>
              <a:t>Feature selection methods such as Recursive Feature Elimination and Regularization techniques, can help simplify the model while preserving accuracy.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ipster man sitting on the floor with crossed arms 3d rendering">
            <a:extLst>
              <a:ext uri="{FF2B5EF4-FFF2-40B4-BE49-F238E27FC236}">
                <a16:creationId xmlns:a16="http://schemas.microsoft.com/office/drawing/2014/main" id="{4775421E-8E74-5114-AE2D-752AEF512E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0"/>
            <a:ext cx="5058697" cy="505869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8D8F1B9-9340-5CB0-F5F2-FCDE2832C453}"/>
              </a:ext>
            </a:extLst>
          </p:cNvPr>
          <p:cNvSpPr/>
          <p:nvPr/>
        </p:nvSpPr>
        <p:spPr>
          <a:xfrm>
            <a:off x="582015" y="963327"/>
            <a:ext cx="2223686"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glow rad="228600">
                    <a:schemeClr val="accent6">
                      <a:satMod val="175000"/>
                      <a:alpha val="40000"/>
                    </a:schemeClr>
                  </a:glow>
                </a:effectLst>
              </a:rPr>
              <a:t>Thank</a:t>
            </a:r>
            <a:endParaRPr lang="en-IN"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glow rad="228600">
                  <a:schemeClr val="accent6">
                    <a:satMod val="175000"/>
                    <a:alpha val="40000"/>
                  </a:schemeClr>
                </a:glow>
              </a:effectLst>
            </a:endParaRPr>
          </a:p>
        </p:txBody>
      </p:sp>
      <p:sp>
        <p:nvSpPr>
          <p:cNvPr id="8" name="Rectangle 7">
            <a:extLst>
              <a:ext uri="{FF2B5EF4-FFF2-40B4-BE49-F238E27FC236}">
                <a16:creationId xmlns:a16="http://schemas.microsoft.com/office/drawing/2014/main" id="{8D2F17AF-27E4-92C7-1206-CC0417AC2F94}"/>
              </a:ext>
            </a:extLst>
          </p:cNvPr>
          <p:cNvSpPr/>
          <p:nvPr/>
        </p:nvSpPr>
        <p:spPr>
          <a:xfrm>
            <a:off x="6338300" y="964673"/>
            <a:ext cx="1441293"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glow rad="228600">
                    <a:schemeClr val="accent6">
                      <a:satMod val="175000"/>
                      <a:alpha val="40000"/>
                    </a:schemeClr>
                  </a:glow>
                </a:effectLst>
              </a:rPr>
              <a:t>You</a:t>
            </a:r>
            <a:endParaRPr lang="en-IN"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glow rad="228600">
                  <a:schemeClr val="accent6">
                    <a:satMod val="175000"/>
                    <a:alpha val="40000"/>
                  </a:schemeClr>
                </a:glow>
              </a:effectLst>
            </a:endParaRPr>
          </a:p>
        </p:txBody>
      </p:sp>
    </p:spTree>
    <p:extLst>
      <p:ext uri="{BB962C8B-B14F-4D97-AF65-F5344CB8AC3E}">
        <p14:creationId xmlns:p14="http://schemas.microsoft.com/office/powerpoint/2010/main" val="302325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099760"/>
      </p:ext>
    </p:extLst>
  </p:cSld>
  <p:clrMapOvr>
    <a:masterClrMapping/>
  </p:clrMapOvr>
</p:sld>
</file>

<file path=ppt/theme/theme1.xml><?xml version="1.0" encoding="utf-8"?>
<a:theme xmlns:a="http://schemas.openxmlformats.org/drawingml/2006/main" name="UTA Accessible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TA PPT Instructions and Template 11-08-22" id="{1DD8F69D-3BE5-2E4A-ADE8-359BFABEDF91}" vid="{555AF6FE-7A58-9B47-84E1-A2718D1600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031EFAEB4635F44B02D12818C7C5E8E" ma:contentTypeVersion="3" ma:contentTypeDescription="Create a new document." ma:contentTypeScope="" ma:versionID="fbd76989a7c6a7e8dcb819703fe67632">
  <xsd:schema xmlns:xsd="http://www.w3.org/2001/XMLSchema" xmlns:xs="http://www.w3.org/2001/XMLSchema" xmlns:p="http://schemas.microsoft.com/office/2006/metadata/properties" xmlns:ns2="c1bca3df-4730-4367-a65e-d9c50c831633" targetNamespace="http://schemas.microsoft.com/office/2006/metadata/properties" ma:root="true" ma:fieldsID="5350344e237c6ab4f32476e521cbb251" ns2:_="">
    <xsd:import namespace="c1bca3df-4730-4367-a65e-d9c50c831633"/>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bca3df-4730-4367-a65e-d9c50c8316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987676A-099B-4B53-B66D-C60F83A71424}">
  <ds:schemaRefs>
    <ds:schemaRef ds:uri="http://schemas.microsoft.com/sharepoint/v3/contenttype/forms"/>
  </ds:schemaRefs>
</ds:datastoreItem>
</file>

<file path=customXml/itemProps2.xml><?xml version="1.0" encoding="utf-8"?>
<ds:datastoreItem xmlns:ds="http://schemas.openxmlformats.org/officeDocument/2006/customXml" ds:itemID="{4EED873B-0620-4F5E-B616-D7ED616B8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bca3df-4730-4367-a65e-d9c50c8316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99CAED-701D-44BF-B45E-0631AD0D07E6}">
  <ds:schemaRefs>
    <ds:schemaRef ds:uri="http://www.w3.org/XML/1998/namespace"/>
    <ds:schemaRef ds:uri="http://purl.org/dc/terms/"/>
    <ds:schemaRef ds:uri="http://schemas.openxmlformats.org/package/2006/metadata/core-properties"/>
    <ds:schemaRef ds:uri="http://purl.org/dc/elements/1.1/"/>
    <ds:schemaRef ds:uri="http://schemas.microsoft.com/office/2006/metadata/properties"/>
    <ds:schemaRef ds:uri="56169281-d10e-4687-8d86-e0ae9795bb4c"/>
    <ds:schemaRef ds:uri="http://schemas.microsoft.com/office/2006/documentManagement/types"/>
    <ds:schemaRef ds:uri="d98033a5-711e-4d41-9a92-34dc22feb152"/>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UTA PowerPoint</Template>
  <TotalTime>11760</TotalTime>
  <Words>1327</Words>
  <Application>Microsoft Office PowerPoint</Application>
  <PresentationFormat>On-screen Show (16:9)</PresentationFormat>
  <Paragraphs>155</Paragraphs>
  <Slides>17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 Narrow</vt:lpstr>
      <vt:lpstr>Arial</vt:lpstr>
      <vt:lpstr>Calibri</vt:lpstr>
      <vt:lpstr>Helvetica</vt:lpstr>
      <vt:lpstr>Noto Sans Symbols</vt:lpstr>
      <vt:lpstr>system-ui</vt:lpstr>
      <vt:lpstr>Wingdings</vt:lpstr>
      <vt:lpstr>UTA Accessible Template</vt:lpstr>
      <vt:lpstr>PowerPoint Presentation</vt:lpstr>
      <vt:lpstr>Customer Segmentation Analysis</vt:lpstr>
      <vt:lpstr>Problem Statement</vt:lpstr>
      <vt:lpstr>Dataset Description</vt:lpstr>
      <vt:lpstr>Exploratory Data Analysis</vt:lpstr>
      <vt:lpstr>Exploratory Data Analysis</vt:lpstr>
      <vt:lpstr>Exploratory Data Analysis</vt:lpstr>
      <vt:lpstr>Exploratory Data Analysis</vt:lpstr>
      <vt:lpstr>Exploratory Data Analysis</vt:lpstr>
      <vt:lpstr>Exploratory Data Analysis</vt:lpstr>
      <vt:lpstr>PowerPoint Presentation</vt:lpstr>
      <vt:lpstr>Models and Evaluation</vt:lpstr>
      <vt:lpstr>Models and Evaluation (With Hyper Parameter tuning)</vt:lpstr>
      <vt:lpstr>Summary</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Pusapati, Sai Samin Varma</dc:creator>
  <cp:lastModifiedBy>Girish S C</cp:lastModifiedBy>
  <cp:revision>36</cp:revision>
  <dcterms:created xsi:type="dcterms:W3CDTF">2024-11-15T22:00:36Z</dcterms:created>
  <dcterms:modified xsi:type="dcterms:W3CDTF">2025-04-15T04:12:15Z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0x0101000031EFAEB4635F44B02D12818C7C5E8E</vt:lpwstr>
  </property>
</Properties>
</file>